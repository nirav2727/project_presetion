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jpe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jpe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jpeg"/><Relationship Id="rId14" Type="http://schemas.openxmlformats.org/officeDocument/2006/relationships/image" Target="../media/image-4-14.jpeg"/><Relationship Id="rId15" Type="http://schemas.openxmlformats.org/officeDocument/2006/relationships/image" Target="../media/image-4-15.jpe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jpe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45975" cy="68122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45975" cy="68122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523962" y="1015975"/>
            <a:ext cx="7620038" cy="412752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269968" y="761981"/>
            <a:ext cx="571486" cy="571486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555911" y="2476438"/>
            <a:ext cx="5079873" cy="253994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777956" y="1015975"/>
            <a:ext cx="8635784" cy="1320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1E293B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Desktop-Based Quiz Management System</a:t>
            </a:r>
            <a:pPr algn="ctr" indent="0" marL="0">
              <a:lnSpc>
                <a:spcPct val="130000"/>
              </a:lnSpc>
              <a:buNone/>
            </a:pPr>
            <a:r>
              <a:rPr lang="en-US" sz="3600" dirty="0">
                <a:solidFill>
                  <a:srgbClr val="1E293B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
</a:t>
            </a:r>
            <a:endParaRPr lang="en-US" sz="3600" dirty="0"/>
          </a:p>
        </p:txBody>
      </p:sp>
      <p:sp>
        <p:nvSpPr>
          <p:cNvPr id="8" name="Text 1"/>
          <p:cNvSpPr/>
          <p:nvPr/>
        </p:nvSpPr>
        <p:spPr>
          <a:xfrm>
            <a:off x="1777956" y="3162221"/>
            <a:ext cx="8750081" cy="507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u="sng" dirty="0">
                <a:solidFill>
                  <a:srgbClr val="94A3B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PRESENTED BY</a:t>
            </a:r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
</a:t>
            </a:r>
            <a:endParaRPr lang="en-US" sz="1000" dirty="0"/>
          </a:p>
        </p:txBody>
      </p:sp>
      <p:sp>
        <p:nvSpPr>
          <p:cNvPr id="9" name="Text 2"/>
          <p:cNvSpPr/>
          <p:nvPr/>
        </p:nvSpPr>
        <p:spPr>
          <a:xfrm>
            <a:off x="1024441" y="3496646"/>
            <a:ext cx="10413740" cy="1714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b="1" i="1" dirty="0">
                <a:solidFill>
                  <a:srgbClr val="3341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Niravbhai Savaliya  </a:t>
            </a:r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3341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
</a:t>
            </a:r>
            <a:pPr algn="ctr" indent="0" marL="0">
              <a:lnSpc>
                <a:spcPct val="130000"/>
              </a:lnSpc>
              <a:buNone/>
            </a:pPr>
            <a:r>
              <a:rPr lang="en-US" sz="2000" b="1" i="1" dirty="0">
                <a:solidFill>
                  <a:srgbClr val="3341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&amp;&amp;</a:t>
            </a:r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3341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
</a:t>
            </a:r>
            <a:pPr algn="ctr" indent="0" marL="0">
              <a:lnSpc>
                <a:spcPct val="130000"/>
              </a:lnSpc>
              <a:buNone/>
            </a:pPr>
            <a:r>
              <a:rPr lang="en-US" sz="2000" b="1" i="1" dirty="0">
                <a:solidFill>
                  <a:srgbClr val="3341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YashKumar Sarena  </a:t>
            </a:r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3341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
</a:t>
            </a:r>
            <a:endParaRPr lang="en-US" sz="2000" dirty="0"/>
          </a:p>
        </p:txBody>
      </p:sp>
      <p:sp>
        <p:nvSpPr>
          <p:cNvPr id="10" name="Text 3"/>
          <p:cNvSpPr/>
          <p:nvPr/>
        </p:nvSpPr>
        <p:spPr>
          <a:xfrm>
            <a:off x="1663658" y="5181470"/>
            <a:ext cx="8978676" cy="507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4748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July 27, 2026</a:t>
            </a:r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
</a:t>
            </a:r>
            <a:endParaRPr lang="en-US" sz="1300" dirty="0"/>
          </a:p>
        </p:txBody>
      </p:sp>
      <p:sp>
        <p:nvSpPr>
          <p:cNvPr id="11" name="Text 4"/>
          <p:cNvSpPr/>
          <p:nvPr/>
        </p:nvSpPr>
        <p:spPr>
          <a:xfrm>
            <a:off x="10362895" y="6537960"/>
            <a:ext cx="1691640" cy="25603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SlideMaker.app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45975" cy="68122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45975" cy="68122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39777" y="1371566"/>
            <a:ext cx="7746806" cy="3771934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39777" y="1371566"/>
            <a:ext cx="7746806" cy="3771934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178196" y="1917652"/>
            <a:ext cx="3555911" cy="507987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984825" y="2539937"/>
            <a:ext cx="1015975" cy="761981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178196" y="1917652"/>
            <a:ext cx="3555911" cy="507987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984825" y="2539937"/>
            <a:ext cx="1015975" cy="761981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5130672" y="2247844"/>
            <a:ext cx="2539937" cy="38099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5130672" y="2247844"/>
            <a:ext cx="2539937" cy="38099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8800880" y="1612860"/>
            <a:ext cx="3047924" cy="380990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7619810" y="1015975"/>
            <a:ext cx="507987" cy="507987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7619810" y="1015975"/>
            <a:ext cx="507987" cy="507987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761981" y="1904952"/>
            <a:ext cx="355591" cy="355591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761981" y="1904952"/>
            <a:ext cx="355591" cy="355591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8127797" y="1269968"/>
            <a:ext cx="253994" cy="38099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8127797" y="1269968"/>
            <a:ext cx="253994" cy="38099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1130272" y="1473163"/>
            <a:ext cx="7213420" cy="11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1E293B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Desktop-Based Quiz Management System
</a:t>
            </a:r>
            <a:endParaRPr lang="en-US" sz="2900" dirty="0"/>
          </a:p>
        </p:txBody>
      </p:sp>
      <p:sp>
        <p:nvSpPr>
          <p:cNvPr id="20" name="Text 1"/>
          <p:cNvSpPr/>
          <p:nvPr/>
        </p:nvSpPr>
        <p:spPr>
          <a:xfrm>
            <a:off x="1092173" y="2819330"/>
            <a:ext cx="7327717" cy="3314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This presentation explores the development and implementation of a Desktop-Based Quiz Management System, highlighting its features, technology stack, and potential impact on educational assessments. Join us as we delve into this innovative solution for effective learning.
</a:t>
            </a:r>
            <a:endParaRPr lang="en-US" sz="1300" dirty="0"/>
          </a:p>
        </p:txBody>
      </p:sp>
      <p:sp>
        <p:nvSpPr>
          <p:cNvPr id="21" name="Text 2"/>
          <p:cNvSpPr/>
          <p:nvPr/>
        </p:nvSpPr>
        <p:spPr>
          <a:xfrm>
            <a:off x="10362895" y="6537960"/>
            <a:ext cx="1691640" cy="25603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SlideMaker.app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45975" cy="68122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45975" cy="68122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80990" y="0"/>
            <a:ext cx="38099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80990" y="0"/>
            <a:ext cx="38099" cy="5143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206470" y="444489"/>
            <a:ext cx="4063898" cy="44448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206470" y="444489"/>
            <a:ext cx="4063898" cy="444489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269968" y="1269968"/>
            <a:ext cx="1777956" cy="101597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1269968" y="1269968"/>
            <a:ext cx="1777956" cy="101597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1079473" y="444489"/>
            <a:ext cx="304792" cy="304792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1079473" y="444489"/>
            <a:ext cx="304792" cy="304792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1269968" y="380990"/>
            <a:ext cx="8394490" cy="67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900" dirty="0">
                <a:solidFill>
                  <a:srgbClr val="1E293B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Problem Statement
</a:t>
            </a:r>
            <a:endParaRPr lang="en-US" sz="2900" dirty="0"/>
          </a:p>
        </p:txBody>
      </p:sp>
      <p:pic>
        <p:nvPicPr>
          <p:cNvPr id="13" name="Image 10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8775481" y="0"/>
            <a:ext cx="3370495" cy="6812280"/>
          </a:xfrm>
          <a:prstGeom prst="rect">
            <a:avLst/>
          </a:prstGeom>
        </p:spPr>
      </p:pic>
      <p:sp>
        <p:nvSpPr>
          <p:cNvPr id="14" name="Shape 1"/>
          <p:cNvSpPr/>
          <p:nvPr/>
        </p:nvSpPr>
        <p:spPr>
          <a:xfrm>
            <a:off x="380990" y="1346166"/>
            <a:ext cx="3962301" cy="1828754"/>
          </a:xfrm>
          <a:prstGeom prst="rect">
            <a:avLst/>
          </a:prstGeom>
          <a:noFill/>
          <a:ln/>
        </p:spPr>
      </p:sp>
      <p:sp>
        <p:nvSpPr>
          <p:cNvPr id="15" name="Text 2"/>
          <p:cNvSpPr/>
          <p:nvPr/>
        </p:nvSpPr>
        <p:spPr>
          <a:xfrm>
            <a:off x="634984" y="1574761"/>
            <a:ext cx="3454314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Quiz Management
</a:t>
            </a:r>
            <a:endParaRPr lang="en-US" sz="1300" dirty="0"/>
          </a:p>
        </p:txBody>
      </p:sp>
      <p:sp>
        <p:nvSpPr>
          <p:cNvPr id="16" name="Text 3"/>
          <p:cNvSpPr/>
          <p:nvPr/>
        </p:nvSpPr>
        <p:spPr>
          <a:xfrm>
            <a:off x="634984" y="1981150"/>
            <a:ext cx="3454314" cy="9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systems often require manual processes, leading to delays and errors in quiz administration.
</a:t>
            </a:r>
            <a:endParaRPr lang="en-US" sz="1300" dirty="0"/>
          </a:p>
        </p:txBody>
      </p:sp>
      <p:sp>
        <p:nvSpPr>
          <p:cNvPr id="17" name="Shape 4"/>
          <p:cNvSpPr/>
          <p:nvPr/>
        </p:nvSpPr>
        <p:spPr>
          <a:xfrm>
            <a:off x="4546486" y="1346166"/>
            <a:ext cx="3962301" cy="1828754"/>
          </a:xfrm>
          <a:prstGeom prst="rect">
            <a:avLst/>
          </a:prstGeom>
          <a:noFill/>
          <a:ln/>
        </p:spPr>
      </p:sp>
      <p:sp>
        <p:nvSpPr>
          <p:cNvPr id="18" name="Text 5"/>
          <p:cNvSpPr/>
          <p:nvPr/>
        </p:nvSpPr>
        <p:spPr>
          <a:xfrm>
            <a:off x="4800480" y="1574761"/>
            <a:ext cx="3454314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Challenges
</a:t>
            </a:r>
            <a:endParaRPr lang="en-US" sz="1300" dirty="0"/>
          </a:p>
        </p:txBody>
      </p:sp>
      <p:sp>
        <p:nvSpPr>
          <p:cNvPr id="19" name="Text 6"/>
          <p:cNvSpPr/>
          <p:nvPr/>
        </p:nvSpPr>
        <p:spPr>
          <a:xfrm>
            <a:off x="4800480" y="1981150"/>
            <a:ext cx="3454314" cy="9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existing platforms lack intuitive designs, making it difficult for users to navigate and utilize effectively.
</a:t>
            </a:r>
            <a:endParaRPr lang="en-US" sz="1300" dirty="0"/>
          </a:p>
        </p:txBody>
      </p:sp>
      <p:sp>
        <p:nvSpPr>
          <p:cNvPr id="20" name="Shape 7"/>
          <p:cNvSpPr/>
          <p:nvPr/>
        </p:nvSpPr>
        <p:spPr>
          <a:xfrm>
            <a:off x="380990" y="3682908"/>
            <a:ext cx="8140496" cy="1460592"/>
          </a:xfrm>
          <a:prstGeom prst="rect">
            <a:avLst/>
          </a:prstGeom>
          <a:noFill/>
          <a:ln/>
        </p:spPr>
      </p:sp>
      <p:sp>
        <p:nvSpPr>
          <p:cNvPr id="21" name="Text 8"/>
          <p:cNvSpPr/>
          <p:nvPr/>
        </p:nvSpPr>
        <p:spPr>
          <a:xfrm>
            <a:off x="634984" y="3911502"/>
            <a:ext cx="7632509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Real-Time Tracking
</a:t>
            </a:r>
            <a:endParaRPr lang="en-US" sz="1300" dirty="0"/>
          </a:p>
        </p:txBody>
      </p:sp>
      <p:sp>
        <p:nvSpPr>
          <p:cNvPr id="22" name="Text 9"/>
          <p:cNvSpPr/>
          <p:nvPr/>
        </p:nvSpPr>
        <p:spPr>
          <a:xfrm>
            <a:off x="634984" y="4317892"/>
            <a:ext cx="7632509" cy="693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Educators require immediate insights into student performance to adapt teaching strategies and improve outcomes.
</a:t>
            </a:r>
            <a:endParaRPr lang="en-US" sz="1300" dirty="0"/>
          </a:p>
        </p:txBody>
      </p:sp>
      <p:sp>
        <p:nvSpPr>
          <p:cNvPr id="23" name="Text 10"/>
          <p:cNvSpPr/>
          <p:nvPr/>
        </p:nvSpPr>
        <p:spPr>
          <a:xfrm>
            <a:off x="10362895" y="6537960"/>
            <a:ext cx="1691640" cy="25603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SlideMaker.app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45975" cy="68122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45975" cy="68122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80990" y="0"/>
            <a:ext cx="38099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80990" y="0"/>
            <a:ext cx="38099" cy="5143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206470" y="444489"/>
            <a:ext cx="4063898" cy="44448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206470" y="444489"/>
            <a:ext cx="4063898" cy="444489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269968" y="1269968"/>
            <a:ext cx="1777956" cy="101597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1269968" y="1269968"/>
            <a:ext cx="1777956" cy="101597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1079473" y="444489"/>
            <a:ext cx="304792" cy="304792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1079473" y="444489"/>
            <a:ext cx="304792" cy="304792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1269968" y="380990"/>
            <a:ext cx="9651759" cy="63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1E293B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Technology Stack Overview
</a:t>
            </a:r>
            <a:endParaRPr lang="en-US" sz="2900" dirty="0"/>
          </a:p>
        </p:txBody>
      </p:sp>
      <p:sp>
        <p:nvSpPr>
          <p:cNvPr id="13" name="Shape 1"/>
          <p:cNvSpPr/>
          <p:nvPr/>
        </p:nvSpPr>
        <p:spPr>
          <a:xfrm>
            <a:off x="380990" y="1396965"/>
            <a:ext cx="3606710" cy="3746535"/>
          </a:xfrm>
          <a:prstGeom prst="rect">
            <a:avLst/>
          </a:prstGeom>
          <a:noFill/>
          <a:ln/>
        </p:spPr>
      </p:sp>
      <p:pic>
        <p:nvPicPr>
          <p:cNvPr id="14" name="Image 10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380990" y="1396965"/>
            <a:ext cx="3606710" cy="2336742"/>
          </a:xfrm>
          <a:prstGeom prst="rect">
            <a:avLst/>
          </a:prstGeom>
        </p:spPr>
      </p:pic>
      <p:sp>
        <p:nvSpPr>
          <p:cNvPr id="15" name="Text 2"/>
          <p:cNvSpPr/>
          <p:nvPr/>
        </p:nvSpPr>
        <p:spPr>
          <a:xfrm>
            <a:off x="380990" y="4038499"/>
            <a:ext cx="3606710" cy="45718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&amp; JavaFX Development
</a:t>
            </a:r>
            <a:endParaRPr lang="en-US" sz="1300" dirty="0"/>
          </a:p>
        </p:txBody>
      </p:sp>
      <p:sp>
        <p:nvSpPr>
          <p:cNvPr id="16" name="Text 3"/>
          <p:cNvSpPr/>
          <p:nvPr/>
        </p:nvSpPr>
        <p:spPr>
          <a:xfrm>
            <a:off x="380990" y="4698883"/>
            <a:ext cx="3606710" cy="152396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provides a robust platform, while JavaFX enhances UI with modern graphics and controls.
</a:t>
            </a:r>
            <a:endParaRPr lang="en-US" sz="1300" dirty="0"/>
          </a:p>
        </p:txBody>
      </p:sp>
      <p:sp>
        <p:nvSpPr>
          <p:cNvPr id="17" name="Shape 4"/>
          <p:cNvSpPr/>
          <p:nvPr/>
        </p:nvSpPr>
        <p:spPr>
          <a:xfrm>
            <a:off x="4292493" y="1396965"/>
            <a:ext cx="3606710" cy="3746535"/>
          </a:xfrm>
          <a:prstGeom prst="rect">
            <a:avLst/>
          </a:prstGeom>
          <a:noFill/>
          <a:ln/>
        </p:spPr>
      </p:sp>
      <p:pic>
        <p:nvPicPr>
          <p:cNvPr id="18" name="Image 11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4292493" y="1396965"/>
            <a:ext cx="3606710" cy="2336742"/>
          </a:xfrm>
          <a:prstGeom prst="rect">
            <a:avLst/>
          </a:prstGeom>
        </p:spPr>
      </p:pic>
      <p:sp>
        <p:nvSpPr>
          <p:cNvPr id="19" name="Text 5"/>
          <p:cNvSpPr/>
          <p:nvPr/>
        </p:nvSpPr>
        <p:spPr>
          <a:xfrm>
            <a:off x="4292493" y="4038499"/>
            <a:ext cx="3606710" cy="45718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for Database Connectivity
</a:t>
            </a:r>
            <a:endParaRPr lang="en-US" sz="1300" dirty="0"/>
          </a:p>
        </p:txBody>
      </p:sp>
      <p:sp>
        <p:nvSpPr>
          <p:cNvPr id="20" name="Text 6"/>
          <p:cNvSpPr/>
          <p:nvPr/>
        </p:nvSpPr>
        <p:spPr>
          <a:xfrm>
            <a:off x="4292493" y="4698883"/>
            <a:ext cx="3606710" cy="152396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enables seamless interaction between Java applications and MySQL databases for data management.
</a:t>
            </a:r>
            <a:endParaRPr lang="en-US" sz="1300" dirty="0"/>
          </a:p>
        </p:txBody>
      </p:sp>
      <p:sp>
        <p:nvSpPr>
          <p:cNvPr id="21" name="Shape 7"/>
          <p:cNvSpPr/>
          <p:nvPr/>
        </p:nvSpPr>
        <p:spPr>
          <a:xfrm>
            <a:off x="8203995" y="1396965"/>
            <a:ext cx="940005" cy="3746535"/>
          </a:xfrm>
          <a:prstGeom prst="rect">
            <a:avLst/>
          </a:prstGeom>
          <a:noFill/>
          <a:ln/>
        </p:spPr>
      </p:sp>
      <p:pic>
        <p:nvPicPr>
          <p:cNvPr id="22" name="Image 12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8203995" y="1396965"/>
            <a:ext cx="3606710" cy="2336742"/>
          </a:xfrm>
          <a:prstGeom prst="rect">
            <a:avLst/>
          </a:prstGeom>
        </p:spPr>
      </p:pic>
      <p:sp>
        <p:nvSpPr>
          <p:cNvPr id="23" name="Text 8"/>
          <p:cNvSpPr/>
          <p:nvPr/>
        </p:nvSpPr>
        <p:spPr>
          <a:xfrm>
            <a:off x="8203995" y="4038499"/>
            <a:ext cx="3606710" cy="45718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for Data Storage
</a:t>
            </a:r>
            <a:endParaRPr lang="en-US" sz="1300" dirty="0"/>
          </a:p>
        </p:txBody>
      </p:sp>
      <p:sp>
        <p:nvSpPr>
          <p:cNvPr id="24" name="Text 9"/>
          <p:cNvSpPr/>
          <p:nvPr/>
        </p:nvSpPr>
        <p:spPr>
          <a:xfrm>
            <a:off x="8203995" y="4698883"/>
            <a:ext cx="3606710" cy="152396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is a reliable relational database, supporting complex queries and transactions efficiently.
</a:t>
            </a:r>
            <a:endParaRPr lang="en-US" sz="1300" dirty="0"/>
          </a:p>
        </p:txBody>
      </p:sp>
      <p:sp>
        <p:nvSpPr>
          <p:cNvPr id="25" name="Text 10"/>
          <p:cNvSpPr/>
          <p:nvPr/>
        </p:nvSpPr>
        <p:spPr>
          <a:xfrm>
            <a:off x="10362895" y="6537960"/>
            <a:ext cx="1691640" cy="25603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SlideMaker.app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81" y="1015975"/>
            <a:ext cx="10667733" cy="660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Workflow
</a:t>
            </a:r>
            <a:endParaRPr lang="en-US" sz="2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95368" y="2331662"/>
            <a:ext cx="9600960" cy="35660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362895" y="6537960"/>
            <a:ext cx="1691640" cy="25603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SlideMaker.app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45975" cy="68122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45975" cy="68122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80990" y="0"/>
            <a:ext cx="38099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80990" y="0"/>
            <a:ext cx="38099" cy="5143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095848" y="3555911"/>
            <a:ext cx="380990" cy="38099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269968" y="3555911"/>
            <a:ext cx="380990" cy="38099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095848" y="1269968"/>
            <a:ext cx="380990" cy="38099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1269968" y="1269968"/>
            <a:ext cx="380990" cy="38099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6095848" y="3555911"/>
            <a:ext cx="380990" cy="38099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1269968" y="3555911"/>
            <a:ext cx="380990" cy="38099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6095848" y="1269968"/>
            <a:ext cx="380990" cy="38099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1269968" y="1269968"/>
            <a:ext cx="380990" cy="38099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1269968" y="380990"/>
            <a:ext cx="9651759" cy="76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900" b="1" dirty="0">
                <a:solidFill>
                  <a:srgbClr val="1E293B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Key Features
</a:t>
            </a:r>
            <a:endParaRPr lang="en-US" sz="2900" dirty="0"/>
          </a:p>
        </p:txBody>
      </p:sp>
      <p:pic>
        <p:nvPicPr>
          <p:cNvPr id="15" name="Image 12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761981" y="1269968"/>
            <a:ext cx="406390" cy="406390"/>
          </a:xfrm>
          <a:prstGeom prst="rect">
            <a:avLst/>
          </a:prstGeom>
        </p:spPr>
      </p:pic>
      <p:sp>
        <p:nvSpPr>
          <p:cNvPr id="16" name="Text 1"/>
          <p:cNvSpPr/>
          <p:nvPr/>
        </p:nvSpPr>
        <p:spPr>
          <a:xfrm>
            <a:off x="761981" y="1752556"/>
            <a:ext cx="3301917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Interactive Quizzes
</a:t>
            </a:r>
            <a:endParaRPr lang="en-US" sz="1600" dirty="0"/>
          </a:p>
        </p:txBody>
      </p:sp>
      <p:sp>
        <p:nvSpPr>
          <p:cNvPr id="17" name="Text 2"/>
          <p:cNvSpPr/>
          <p:nvPr/>
        </p:nvSpPr>
        <p:spPr>
          <a:xfrm>
            <a:off x="761981" y="2184345"/>
            <a:ext cx="3301917" cy="143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Engaging quizzes that enhance learning through real-time feedback.
</a:t>
            </a:r>
            <a:endParaRPr lang="en-US" sz="1300" dirty="0"/>
          </a:p>
        </p:txBody>
      </p:sp>
      <p:pic>
        <p:nvPicPr>
          <p:cNvPr id="18" name="Image 13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4444889" y="1269968"/>
            <a:ext cx="406390" cy="406390"/>
          </a:xfrm>
          <a:prstGeom prst="rect">
            <a:avLst/>
          </a:prstGeom>
        </p:spPr>
      </p:pic>
      <p:sp>
        <p:nvSpPr>
          <p:cNvPr id="19" name="Text 3"/>
          <p:cNvSpPr/>
          <p:nvPr/>
        </p:nvSpPr>
        <p:spPr>
          <a:xfrm>
            <a:off x="4444889" y="1752556"/>
            <a:ext cx="3301917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Secure User Authentication
</a:t>
            </a:r>
            <a:endParaRPr lang="en-US" sz="1600" dirty="0"/>
          </a:p>
        </p:txBody>
      </p:sp>
      <p:sp>
        <p:nvSpPr>
          <p:cNvPr id="20" name="Text 4"/>
          <p:cNvSpPr/>
          <p:nvPr/>
        </p:nvSpPr>
        <p:spPr>
          <a:xfrm>
            <a:off x="4444889" y="2184345"/>
            <a:ext cx="3301917" cy="143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Robust security measures to protect user data and ensure privacy.
</a:t>
            </a:r>
            <a:endParaRPr lang="en-US" sz="1300" dirty="0"/>
          </a:p>
        </p:txBody>
      </p:sp>
      <p:pic>
        <p:nvPicPr>
          <p:cNvPr id="21" name="Image 14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8127797" y="1269968"/>
            <a:ext cx="406390" cy="406390"/>
          </a:xfrm>
          <a:prstGeom prst="rect">
            <a:avLst/>
          </a:prstGeom>
        </p:spPr>
      </p:pic>
      <p:sp>
        <p:nvSpPr>
          <p:cNvPr id="22" name="Text 5"/>
          <p:cNvSpPr/>
          <p:nvPr/>
        </p:nvSpPr>
        <p:spPr>
          <a:xfrm>
            <a:off x="8127797" y="1752556"/>
            <a:ext cx="3301917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Performance Analytics
</a:t>
            </a:r>
            <a:endParaRPr lang="en-US" sz="1600" dirty="0"/>
          </a:p>
        </p:txBody>
      </p:sp>
      <p:sp>
        <p:nvSpPr>
          <p:cNvPr id="23" name="Text 6"/>
          <p:cNvSpPr/>
          <p:nvPr/>
        </p:nvSpPr>
        <p:spPr>
          <a:xfrm>
            <a:off x="8127797" y="2184345"/>
            <a:ext cx="3301917" cy="143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Detailed analytics to track student performance and quiz effectiveness.
</a:t>
            </a:r>
            <a:endParaRPr lang="en-US" sz="1300" dirty="0"/>
          </a:p>
        </p:txBody>
      </p:sp>
      <p:pic>
        <p:nvPicPr>
          <p:cNvPr id="24" name="Image 15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761981" y="4000400"/>
            <a:ext cx="406390" cy="406390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761981" y="4482988"/>
            <a:ext cx="3301917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User-Friendly Interface
</a:t>
            </a:r>
            <a:endParaRPr lang="en-US" sz="1600" dirty="0"/>
          </a:p>
        </p:txBody>
      </p:sp>
      <p:sp>
        <p:nvSpPr>
          <p:cNvPr id="26" name="Text 8"/>
          <p:cNvSpPr/>
          <p:nvPr/>
        </p:nvSpPr>
        <p:spPr>
          <a:xfrm>
            <a:off x="761981" y="4914777"/>
            <a:ext cx="3301917" cy="143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Intuitive design that simplifies navigation for both admins and students.
</a:t>
            </a:r>
            <a:endParaRPr lang="en-US" sz="1300" dirty="0"/>
          </a:p>
        </p:txBody>
      </p:sp>
      <p:pic>
        <p:nvPicPr>
          <p:cNvPr id="27" name="Image 16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4444889" y="4000400"/>
            <a:ext cx="406390" cy="406390"/>
          </a:xfrm>
          <a:prstGeom prst="rect">
            <a:avLst/>
          </a:prstGeom>
        </p:spPr>
      </p:pic>
      <p:sp>
        <p:nvSpPr>
          <p:cNvPr id="28" name="Text 9"/>
          <p:cNvSpPr/>
          <p:nvPr/>
        </p:nvSpPr>
        <p:spPr>
          <a:xfrm>
            <a:off x="4444889" y="4482988"/>
            <a:ext cx="3301917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Centralized Database
</a:t>
            </a:r>
            <a:endParaRPr lang="en-US" sz="1600" dirty="0"/>
          </a:p>
        </p:txBody>
      </p:sp>
      <p:sp>
        <p:nvSpPr>
          <p:cNvPr id="29" name="Text 10"/>
          <p:cNvSpPr/>
          <p:nvPr/>
        </p:nvSpPr>
        <p:spPr>
          <a:xfrm>
            <a:off x="4444889" y="4914777"/>
            <a:ext cx="3301917" cy="143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Efficient data management with a MySQL database for storing quiz data.
</a:t>
            </a:r>
            <a:endParaRPr lang="en-US" sz="1300" dirty="0"/>
          </a:p>
        </p:txBody>
      </p:sp>
      <p:sp>
        <p:nvSpPr>
          <p:cNvPr id="30" name="Text 11"/>
          <p:cNvSpPr/>
          <p:nvPr/>
        </p:nvSpPr>
        <p:spPr>
          <a:xfrm>
            <a:off x="10362895" y="6537960"/>
            <a:ext cx="1691640" cy="25603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SlideMaker.app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45975" cy="68122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45975" cy="68122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80990" y="0"/>
            <a:ext cx="38099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80990" y="0"/>
            <a:ext cx="38099" cy="5143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206470" y="444489"/>
            <a:ext cx="4063898" cy="44448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206470" y="444489"/>
            <a:ext cx="4063898" cy="444489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269968" y="1269968"/>
            <a:ext cx="1777956" cy="101597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1269968" y="1269968"/>
            <a:ext cx="1777956" cy="101597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1079473" y="444489"/>
            <a:ext cx="304792" cy="304792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1079473" y="444489"/>
            <a:ext cx="304792" cy="304792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1269968" y="380990"/>
            <a:ext cx="8140496" cy="53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1E293B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Challenges &amp; Future Scope
</a:t>
            </a:r>
            <a:endParaRPr lang="en-US" sz="2900" dirty="0"/>
          </a:p>
        </p:txBody>
      </p:sp>
      <p:pic>
        <p:nvPicPr>
          <p:cNvPr id="13" name="Image 10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8775481" y="0"/>
            <a:ext cx="3370495" cy="6812280"/>
          </a:xfrm>
          <a:prstGeom prst="rect">
            <a:avLst/>
          </a:prstGeom>
        </p:spPr>
      </p:pic>
      <p:sp>
        <p:nvSpPr>
          <p:cNvPr id="14" name="Shape 1"/>
          <p:cNvSpPr/>
          <p:nvPr/>
        </p:nvSpPr>
        <p:spPr>
          <a:xfrm>
            <a:off x="380990" y="1346166"/>
            <a:ext cx="3962301" cy="1828754"/>
          </a:xfrm>
          <a:prstGeom prst="rect">
            <a:avLst/>
          </a:prstGeom>
          <a:noFill/>
          <a:ln/>
        </p:spPr>
      </p:sp>
      <p:sp>
        <p:nvSpPr>
          <p:cNvPr id="15" name="Text 2"/>
          <p:cNvSpPr/>
          <p:nvPr/>
        </p:nvSpPr>
        <p:spPr>
          <a:xfrm>
            <a:off x="634984" y="1574761"/>
            <a:ext cx="3454314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Feedback Integration
</a:t>
            </a:r>
            <a:endParaRPr lang="en-US" sz="1300" dirty="0"/>
          </a:p>
        </p:txBody>
      </p:sp>
      <p:sp>
        <p:nvSpPr>
          <p:cNvPr id="16" name="Text 3"/>
          <p:cNvSpPr/>
          <p:nvPr/>
        </p:nvSpPr>
        <p:spPr>
          <a:xfrm>
            <a:off x="634984" y="1981150"/>
            <a:ext cx="3454314" cy="9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Incorporating user feedback can enhance usability, leading to a 30% increase in user satisfaction.
</a:t>
            </a:r>
            <a:endParaRPr lang="en-US" sz="1300" dirty="0"/>
          </a:p>
        </p:txBody>
      </p:sp>
      <p:sp>
        <p:nvSpPr>
          <p:cNvPr id="17" name="Shape 4"/>
          <p:cNvSpPr/>
          <p:nvPr/>
        </p:nvSpPr>
        <p:spPr>
          <a:xfrm>
            <a:off x="4546486" y="1346166"/>
            <a:ext cx="3962301" cy="1828754"/>
          </a:xfrm>
          <a:prstGeom prst="rect">
            <a:avLst/>
          </a:prstGeom>
          <a:noFill/>
          <a:ln/>
        </p:spPr>
      </p:sp>
      <p:sp>
        <p:nvSpPr>
          <p:cNvPr id="18" name="Text 5"/>
          <p:cNvSpPr/>
          <p:nvPr/>
        </p:nvSpPr>
        <p:spPr>
          <a:xfrm>
            <a:off x="4800480" y="1574761"/>
            <a:ext cx="3454314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Issues
</a:t>
            </a:r>
            <a:endParaRPr lang="en-US" sz="1300" dirty="0"/>
          </a:p>
        </p:txBody>
      </p:sp>
      <p:sp>
        <p:nvSpPr>
          <p:cNvPr id="19" name="Text 6"/>
          <p:cNvSpPr/>
          <p:nvPr/>
        </p:nvSpPr>
        <p:spPr>
          <a:xfrm>
            <a:off x="4800480" y="1981150"/>
            <a:ext cx="3454314" cy="9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the system can handle 10,000+ concurrent users is crucial for future growth and performance.
</a:t>
            </a:r>
            <a:endParaRPr lang="en-US" sz="1300" dirty="0"/>
          </a:p>
        </p:txBody>
      </p:sp>
      <p:sp>
        <p:nvSpPr>
          <p:cNvPr id="20" name="Shape 7"/>
          <p:cNvSpPr/>
          <p:nvPr/>
        </p:nvSpPr>
        <p:spPr>
          <a:xfrm>
            <a:off x="380990" y="3682908"/>
            <a:ext cx="8140496" cy="1460592"/>
          </a:xfrm>
          <a:prstGeom prst="rect">
            <a:avLst/>
          </a:prstGeom>
          <a:noFill/>
          <a:ln/>
        </p:spPr>
      </p:sp>
      <p:sp>
        <p:nvSpPr>
          <p:cNvPr id="21" name="Text 8"/>
          <p:cNvSpPr/>
          <p:nvPr/>
        </p:nvSpPr>
        <p:spPr>
          <a:xfrm>
            <a:off x="634984" y="3911502"/>
            <a:ext cx="7632509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Platform Integration
</a:t>
            </a:r>
            <a:endParaRPr lang="en-US" sz="1300" dirty="0"/>
          </a:p>
        </p:txBody>
      </p:sp>
      <p:sp>
        <p:nvSpPr>
          <p:cNvPr id="22" name="Text 9"/>
          <p:cNvSpPr/>
          <p:nvPr/>
        </p:nvSpPr>
        <p:spPr>
          <a:xfrm>
            <a:off x="634984" y="4317892"/>
            <a:ext cx="7632509" cy="693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with platforms like Moodle can expand reach, improving accessibility for diverse learning environments.
</a:t>
            </a:r>
            <a:endParaRPr lang="en-US" sz="1300" dirty="0"/>
          </a:p>
        </p:txBody>
      </p:sp>
      <p:sp>
        <p:nvSpPr>
          <p:cNvPr id="23" name="Text 10"/>
          <p:cNvSpPr/>
          <p:nvPr/>
        </p:nvSpPr>
        <p:spPr>
          <a:xfrm>
            <a:off x="10362895" y="6537960"/>
            <a:ext cx="1691640" cy="25603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SlideMaker.app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45975" cy="68122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45975" cy="68122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80990" y="0"/>
            <a:ext cx="38099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80990" y="0"/>
            <a:ext cx="38099" cy="5143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523962" y="1777956"/>
            <a:ext cx="507987" cy="507987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523962" y="1777956"/>
            <a:ext cx="507987" cy="507987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546486" y="482588"/>
            <a:ext cx="3047924" cy="761981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546486" y="482588"/>
            <a:ext cx="3047924" cy="761981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2285943" y="1460463"/>
            <a:ext cx="7619810" cy="126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1E293B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Key Takeaways
</a:t>
            </a:r>
            <a:endParaRPr lang="en-US" sz="2900" dirty="0"/>
          </a:p>
        </p:txBody>
      </p:sp>
      <p:sp>
        <p:nvSpPr>
          <p:cNvPr id="11" name="Text 1"/>
          <p:cNvSpPr/>
          <p:nvPr/>
        </p:nvSpPr>
        <p:spPr>
          <a:xfrm>
            <a:off x="1892253" y="2578036"/>
            <a:ext cx="9042174" cy="3441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The Desktop-Based Quiz Management System enhances educational engagement through efficient quiz administration, user-friendly interfaces, and robust data management. Future enhancements could include mobile compatibility and AI-driven analytics for personalized learning experiences.
</a:t>
            </a:r>
            <a:endParaRPr lang="en-US" sz="1300" dirty="0"/>
          </a:p>
        </p:txBody>
      </p:sp>
      <p:sp>
        <p:nvSpPr>
          <p:cNvPr id="12" name="Text 2"/>
          <p:cNvSpPr/>
          <p:nvPr/>
        </p:nvSpPr>
        <p:spPr>
          <a:xfrm>
            <a:off x="10362895" y="6537960"/>
            <a:ext cx="1691640" cy="25603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SlideMaker.app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2026-07-23T16:37:06Z</dcterms:created>
  <dcterms:modified xsi:type="dcterms:W3CDTF">2026-07-23T16:37:06Z</dcterms:modified>
</cp:coreProperties>
</file>