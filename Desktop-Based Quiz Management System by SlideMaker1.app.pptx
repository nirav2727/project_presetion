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9329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jpeg"/><Relationship Id="rId4" Type="http://schemas.openxmlformats.org/officeDocument/2006/relationships/image" Target="../media/image14.png"/><Relationship Id="rId9" Type="http://schemas.openxmlformats.org/officeDocument/2006/relationships/image" Target="../media/image1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1.sv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2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23962" y="1015975"/>
            <a:ext cx="7620038" cy="412752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761981"/>
            <a:ext cx="571486" cy="571486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555911" y="2476438"/>
            <a:ext cx="5079873" cy="25399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777956" y="1015975"/>
            <a:ext cx="8635784" cy="1320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Desktop-Based Quiz Management System</a:t>
            </a:r>
            <a:r>
              <a:rPr lang="en-US" sz="3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
</a:t>
            </a:r>
            <a:endParaRPr lang="en-US" sz="3600" dirty="0"/>
          </a:p>
        </p:txBody>
      </p:sp>
      <p:sp>
        <p:nvSpPr>
          <p:cNvPr id="8" name="Text 1"/>
          <p:cNvSpPr/>
          <p:nvPr/>
        </p:nvSpPr>
        <p:spPr>
          <a:xfrm>
            <a:off x="1777956" y="3162221"/>
            <a:ext cx="863578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PRESENTED BY
</a:t>
            </a:r>
            <a:endParaRPr lang="en-US" sz="1000" dirty="0"/>
          </a:p>
        </p:txBody>
      </p:sp>
      <p:sp>
        <p:nvSpPr>
          <p:cNvPr id="9" name="Text 2"/>
          <p:cNvSpPr/>
          <p:nvPr/>
        </p:nvSpPr>
        <p:spPr>
          <a:xfrm>
            <a:off x="1777956" y="3454314"/>
            <a:ext cx="863578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Niravbhai
</a:t>
            </a:r>
            <a:endParaRPr lang="en-US" sz="2000" dirty="0"/>
          </a:p>
        </p:txBody>
      </p:sp>
      <p:sp>
        <p:nvSpPr>
          <p:cNvPr id="10" name="Text 3"/>
          <p:cNvSpPr/>
          <p:nvPr/>
        </p:nvSpPr>
        <p:spPr>
          <a:xfrm>
            <a:off x="1777956" y="3987700"/>
            <a:ext cx="863578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FF6B9D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Your Organization
</a:t>
            </a:r>
            <a:endParaRPr lang="en-US" sz="1600" dirty="0"/>
          </a:p>
        </p:txBody>
      </p:sp>
      <p:sp>
        <p:nvSpPr>
          <p:cNvPr id="11" name="Text 4"/>
          <p:cNvSpPr/>
          <p:nvPr/>
        </p:nvSpPr>
        <p:spPr>
          <a:xfrm>
            <a:off x="1777956" y="4495688"/>
            <a:ext cx="863578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July 23, 2026
</a:t>
            </a:r>
            <a:endParaRPr lang="en-US" sz="1300" dirty="0"/>
          </a:p>
        </p:txBody>
      </p:sp>
      <p:sp>
        <p:nvSpPr>
          <p:cNvPr id="12" name="Text 5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9777" y="1371566"/>
            <a:ext cx="7746806" cy="3771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9777" y="1371566"/>
            <a:ext cx="7746806" cy="377193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78196" y="1917652"/>
            <a:ext cx="3555911" cy="50798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84825" y="2539937"/>
            <a:ext cx="1015975" cy="76198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78196" y="1917652"/>
            <a:ext cx="3555911" cy="50798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84825" y="2539937"/>
            <a:ext cx="1015975" cy="76198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130672" y="2247844"/>
            <a:ext cx="2539937" cy="38099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130672" y="2247844"/>
            <a:ext cx="2539937" cy="38099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00880" y="1612860"/>
            <a:ext cx="3047924" cy="380990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619810" y="1015975"/>
            <a:ext cx="507987" cy="507987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619810" y="1015975"/>
            <a:ext cx="507987" cy="50798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61981" y="1904952"/>
            <a:ext cx="355591" cy="35559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61981" y="1904952"/>
            <a:ext cx="355591" cy="355591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127797" y="1269968"/>
            <a:ext cx="253994" cy="38099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127797" y="1269968"/>
            <a:ext cx="253994" cy="38099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1130272" y="1473163"/>
            <a:ext cx="7213420" cy="11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Desktop-Based Quiz Management System
</a:t>
            </a:r>
            <a:endParaRPr lang="en-US" sz="2900" dirty="0"/>
          </a:p>
        </p:txBody>
      </p:sp>
      <p:sp>
        <p:nvSpPr>
          <p:cNvPr id="20" name="Text 1"/>
          <p:cNvSpPr/>
          <p:nvPr/>
        </p:nvSpPr>
        <p:spPr>
          <a:xfrm>
            <a:off x="1092173" y="2819330"/>
            <a:ext cx="7327717" cy="3314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This presentation explores the development and implementation of a Desktop-Based Quiz Management System, designed to enhance educational assessments through an interactive JavaFX application. We will cover its architecture, features, and future potential in academic environments.
</a:t>
            </a:r>
            <a:endParaRPr lang="en-US" sz="1300" dirty="0"/>
          </a:p>
        </p:txBody>
      </p:sp>
      <p:sp>
        <p:nvSpPr>
          <p:cNvPr id="21" name="Text 2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269968" y="380990"/>
            <a:ext cx="8140496" cy="106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Identifying the Need for a Quiz Management System
</a:t>
            </a:r>
            <a:endParaRPr lang="en-US" sz="2900" dirty="0"/>
          </a:p>
        </p:txBody>
      </p:sp>
      <p:pic>
        <p:nvPicPr>
          <p:cNvPr id="13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775481" y="0"/>
            <a:ext cx="3370495" cy="6812280"/>
          </a:xfrm>
          <a:prstGeom prst="rect">
            <a:avLst/>
          </a:prstGeom>
        </p:spPr>
      </p:pic>
      <p:sp>
        <p:nvSpPr>
          <p:cNvPr id="14" name="Shape 1"/>
          <p:cNvSpPr/>
          <p:nvPr/>
        </p:nvSpPr>
        <p:spPr>
          <a:xfrm>
            <a:off x="380990" y="1879553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2"/>
          <p:cNvSpPr/>
          <p:nvPr/>
        </p:nvSpPr>
        <p:spPr>
          <a:xfrm>
            <a:off x="634984" y="2108147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Time-Consuming Manual Processes
</a:t>
            </a:r>
            <a:endParaRPr lang="en-US" sz="1300" dirty="0"/>
          </a:p>
        </p:txBody>
      </p:sp>
      <p:sp>
        <p:nvSpPr>
          <p:cNvPr id="16" name="Text 3"/>
          <p:cNvSpPr/>
          <p:nvPr/>
        </p:nvSpPr>
        <p:spPr>
          <a:xfrm>
            <a:off x="634984" y="2514537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quiz management involves extensive manual effort, leading to inefficiencies and increased chances of errors.
</a:t>
            </a:r>
            <a:endParaRPr lang="en-US" sz="1300" dirty="0"/>
          </a:p>
        </p:txBody>
      </p:sp>
      <p:sp>
        <p:nvSpPr>
          <p:cNvPr id="17" name="Shape 4"/>
          <p:cNvSpPr/>
          <p:nvPr/>
        </p:nvSpPr>
        <p:spPr>
          <a:xfrm>
            <a:off x="4546486" y="1879553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5"/>
          <p:cNvSpPr/>
          <p:nvPr/>
        </p:nvSpPr>
        <p:spPr>
          <a:xfrm>
            <a:off x="4800480" y="2108147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 Efficient Assessment Tools
</a:t>
            </a:r>
            <a:endParaRPr lang="en-US" sz="1300" dirty="0"/>
          </a:p>
        </p:txBody>
      </p:sp>
      <p:sp>
        <p:nvSpPr>
          <p:cNvPr id="19" name="Text 6"/>
          <p:cNvSpPr/>
          <p:nvPr/>
        </p:nvSpPr>
        <p:spPr>
          <a:xfrm>
            <a:off x="4800480" y="2514537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institutions require streamlined tools for assessments to enhance learning outcomes and save time.
</a:t>
            </a:r>
            <a:endParaRPr lang="en-US" sz="1300" dirty="0"/>
          </a:p>
        </p:txBody>
      </p:sp>
      <p:sp>
        <p:nvSpPr>
          <p:cNvPr id="20" name="Shape 7"/>
          <p:cNvSpPr/>
          <p:nvPr/>
        </p:nvSpPr>
        <p:spPr>
          <a:xfrm>
            <a:off x="380990" y="4216295"/>
            <a:ext cx="8140496" cy="927205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8"/>
          <p:cNvSpPr/>
          <p:nvPr/>
        </p:nvSpPr>
        <p:spPr>
          <a:xfrm>
            <a:off x="634984" y="4444889"/>
            <a:ext cx="763250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Centralized Solutions
</a:t>
            </a:r>
            <a:endParaRPr lang="en-US" sz="1300" dirty="0"/>
          </a:p>
        </p:txBody>
      </p:sp>
      <p:sp>
        <p:nvSpPr>
          <p:cNvPr id="22" name="Text 9"/>
          <p:cNvSpPr/>
          <p:nvPr/>
        </p:nvSpPr>
        <p:spPr>
          <a:xfrm>
            <a:off x="634984" y="4851279"/>
            <a:ext cx="7632509" cy="693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systems often lack integration, making it difficult to manage quizzes across different platforms effectively.
</a:t>
            </a:r>
            <a:endParaRPr lang="en-US" sz="1300" dirty="0"/>
          </a:p>
        </p:txBody>
      </p:sp>
      <p:sp>
        <p:nvSpPr>
          <p:cNvPr id="23" name="Text 10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269968" y="380990"/>
            <a:ext cx="9651759" cy="63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Technology Stack Overview
</a:t>
            </a:r>
            <a:endParaRPr lang="en-US" sz="2900" dirty="0"/>
          </a:p>
        </p:txBody>
      </p:sp>
      <p:sp>
        <p:nvSpPr>
          <p:cNvPr id="13" name="Shape 1"/>
          <p:cNvSpPr/>
          <p:nvPr/>
        </p:nvSpPr>
        <p:spPr>
          <a:xfrm>
            <a:off x="380990" y="1396965"/>
            <a:ext cx="3606710" cy="3746535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80990" y="1396965"/>
            <a:ext cx="3606710" cy="2336742"/>
          </a:xfrm>
          <a:prstGeom prst="rect">
            <a:avLst/>
          </a:prstGeom>
        </p:spPr>
      </p:pic>
      <p:sp>
        <p:nvSpPr>
          <p:cNvPr id="15" name="Text 2"/>
          <p:cNvSpPr/>
          <p:nvPr/>
        </p:nvSpPr>
        <p:spPr>
          <a:xfrm>
            <a:off x="380990" y="4038499"/>
            <a:ext cx="3606710" cy="45718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and JavaFX
</a:t>
            </a:r>
            <a:endParaRPr lang="en-US" sz="1300" dirty="0"/>
          </a:p>
        </p:txBody>
      </p:sp>
      <p:sp>
        <p:nvSpPr>
          <p:cNvPr id="16" name="Text 3"/>
          <p:cNvSpPr/>
          <p:nvPr/>
        </p:nvSpPr>
        <p:spPr>
          <a:xfrm>
            <a:off x="380990" y="4698883"/>
            <a:ext cx="3606710" cy="152396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provides a robust platform, while JavaFX enhances UI with rich graphics and animations.
</a:t>
            </a:r>
            <a:endParaRPr lang="en-US" sz="1300" dirty="0"/>
          </a:p>
        </p:txBody>
      </p:sp>
      <p:sp>
        <p:nvSpPr>
          <p:cNvPr id="17" name="Shape 4"/>
          <p:cNvSpPr/>
          <p:nvPr/>
        </p:nvSpPr>
        <p:spPr>
          <a:xfrm>
            <a:off x="4292493" y="1396965"/>
            <a:ext cx="3606710" cy="3746535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92493" y="1396965"/>
            <a:ext cx="3606710" cy="2336742"/>
          </a:xfrm>
          <a:prstGeom prst="rect">
            <a:avLst/>
          </a:prstGeom>
        </p:spPr>
      </p:pic>
      <p:sp>
        <p:nvSpPr>
          <p:cNvPr id="19" name="Text 5"/>
          <p:cNvSpPr/>
          <p:nvPr/>
        </p:nvSpPr>
        <p:spPr>
          <a:xfrm>
            <a:off x="4292493" y="4038499"/>
            <a:ext cx="3606710" cy="45718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for Connectivity
</a:t>
            </a:r>
            <a:endParaRPr lang="en-US" sz="1300" dirty="0"/>
          </a:p>
        </p:txBody>
      </p:sp>
      <p:sp>
        <p:nvSpPr>
          <p:cNvPr id="20" name="Text 6"/>
          <p:cNvSpPr/>
          <p:nvPr/>
        </p:nvSpPr>
        <p:spPr>
          <a:xfrm>
            <a:off x="4292493" y="4698883"/>
            <a:ext cx="3606710" cy="152396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enables seamless communication between the Java application and MySQL database for data operations.
</a:t>
            </a:r>
            <a:endParaRPr lang="en-US" sz="1300" dirty="0"/>
          </a:p>
        </p:txBody>
      </p:sp>
      <p:sp>
        <p:nvSpPr>
          <p:cNvPr id="21" name="Shape 7"/>
          <p:cNvSpPr/>
          <p:nvPr/>
        </p:nvSpPr>
        <p:spPr>
          <a:xfrm>
            <a:off x="8203995" y="1396965"/>
            <a:ext cx="940005" cy="3746535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203995" y="1396965"/>
            <a:ext cx="3606710" cy="2336742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8203995" y="4038499"/>
            <a:ext cx="3606710" cy="45718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Database Management
</a:t>
            </a:r>
            <a:endParaRPr lang="en-US" sz="1300" dirty="0"/>
          </a:p>
        </p:txBody>
      </p:sp>
      <p:sp>
        <p:nvSpPr>
          <p:cNvPr id="24" name="Text 9"/>
          <p:cNvSpPr/>
          <p:nvPr/>
        </p:nvSpPr>
        <p:spPr>
          <a:xfrm>
            <a:off x="8203995" y="4698883"/>
            <a:ext cx="3606710" cy="152396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offers reliable data storage, supporting complex queries and transactions for efficient data handling.
</a:t>
            </a:r>
            <a:endParaRPr lang="en-US" sz="1300" dirty="0"/>
          </a:p>
        </p:txBody>
      </p:sp>
      <p:sp>
        <p:nvSpPr>
          <p:cNvPr id="25" name="Text 10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981" y="1015975"/>
            <a:ext cx="10667733" cy="66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Overview
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95368" y="2331662"/>
            <a:ext cx="9600960" cy="35660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5848" y="3555911"/>
            <a:ext cx="380990" cy="38099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3555911"/>
            <a:ext cx="380990" cy="38099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095848" y="1269968"/>
            <a:ext cx="380990" cy="38099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69968" y="1269968"/>
            <a:ext cx="380990" cy="38099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5848" y="3555911"/>
            <a:ext cx="380990" cy="38099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3555911"/>
            <a:ext cx="380990" cy="38099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095848" y="1269968"/>
            <a:ext cx="380990" cy="38099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69968" y="1269968"/>
            <a:ext cx="380990" cy="38099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1269968" y="380990"/>
            <a:ext cx="9651759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Key Features
</a:t>
            </a:r>
            <a:endParaRPr lang="en-US" sz="2900" dirty="0"/>
          </a:p>
        </p:txBody>
      </p:sp>
      <p:pic>
        <p:nvPicPr>
          <p:cNvPr id="15" name="Image 12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61981" y="1269968"/>
            <a:ext cx="406390" cy="406390"/>
          </a:xfrm>
          <a:prstGeom prst="rect">
            <a:avLst/>
          </a:prstGeom>
        </p:spPr>
      </p:pic>
      <p:sp>
        <p:nvSpPr>
          <p:cNvPr id="16" name="Text 1"/>
          <p:cNvSpPr/>
          <p:nvPr/>
        </p:nvSpPr>
        <p:spPr>
          <a:xfrm>
            <a:off x="761981" y="1752556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User-Friendly Interface
</a:t>
            </a:r>
            <a:endParaRPr lang="en-US" sz="1600" dirty="0"/>
          </a:p>
        </p:txBody>
      </p:sp>
      <p:sp>
        <p:nvSpPr>
          <p:cNvPr id="17" name="Text 2"/>
          <p:cNvSpPr/>
          <p:nvPr/>
        </p:nvSpPr>
        <p:spPr>
          <a:xfrm>
            <a:off x="761981" y="2184345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Designed for easy navigation, ensuring a seamless user experience.
</a:t>
            </a:r>
            <a:endParaRPr lang="en-US" sz="1300" dirty="0"/>
          </a:p>
        </p:txBody>
      </p:sp>
      <p:pic>
        <p:nvPicPr>
          <p:cNvPr id="18" name="Image 13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444889" y="1269968"/>
            <a:ext cx="406390" cy="406390"/>
          </a:xfrm>
          <a:prstGeom prst="rect">
            <a:avLst/>
          </a:prstGeom>
        </p:spPr>
      </p:pic>
      <p:sp>
        <p:nvSpPr>
          <p:cNvPr id="19" name="Text 3"/>
          <p:cNvSpPr/>
          <p:nvPr/>
        </p:nvSpPr>
        <p:spPr>
          <a:xfrm>
            <a:off x="4444889" y="1752556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Real-Time Analytics
</a:t>
            </a:r>
            <a:endParaRPr lang="en-US" sz="1600" dirty="0"/>
          </a:p>
        </p:txBody>
      </p:sp>
      <p:sp>
        <p:nvSpPr>
          <p:cNvPr id="20" name="Text 4"/>
          <p:cNvSpPr/>
          <p:nvPr/>
        </p:nvSpPr>
        <p:spPr>
          <a:xfrm>
            <a:off x="4444889" y="2184345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Provides instant quiz results and analytics for informed decision-making.
</a:t>
            </a:r>
            <a:endParaRPr lang="en-US" sz="1300" dirty="0"/>
          </a:p>
        </p:txBody>
      </p:sp>
      <p:pic>
        <p:nvPicPr>
          <p:cNvPr id="21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127797" y="1269968"/>
            <a:ext cx="406390" cy="406390"/>
          </a:xfrm>
          <a:prstGeom prst="rect">
            <a:avLst/>
          </a:prstGeom>
        </p:spPr>
      </p:pic>
      <p:sp>
        <p:nvSpPr>
          <p:cNvPr id="22" name="Text 5"/>
          <p:cNvSpPr/>
          <p:nvPr/>
        </p:nvSpPr>
        <p:spPr>
          <a:xfrm>
            <a:off x="8127797" y="1752556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Secure Authentication
</a:t>
            </a:r>
            <a:endParaRPr lang="en-US" sz="1600" dirty="0"/>
          </a:p>
        </p:txBody>
      </p:sp>
      <p:sp>
        <p:nvSpPr>
          <p:cNvPr id="23" name="Text 6"/>
          <p:cNvSpPr/>
          <p:nvPr/>
        </p:nvSpPr>
        <p:spPr>
          <a:xfrm>
            <a:off x="8127797" y="2184345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Ensures user data protection with robust authentication mechanisms.
</a:t>
            </a:r>
            <a:endParaRPr lang="en-US" sz="1300" dirty="0"/>
          </a:p>
        </p:txBody>
      </p:sp>
      <p:pic>
        <p:nvPicPr>
          <p:cNvPr id="24" name="Image 15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61981" y="4000400"/>
            <a:ext cx="406390" cy="406390"/>
          </a:xfrm>
          <a:prstGeom prst="rect">
            <a:avLst/>
          </a:prstGeom>
        </p:spPr>
      </p:pic>
      <p:sp>
        <p:nvSpPr>
          <p:cNvPr id="25" name="Text 7"/>
          <p:cNvSpPr/>
          <p:nvPr/>
        </p:nvSpPr>
        <p:spPr>
          <a:xfrm>
            <a:off x="761981" y="4482988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Multi-User Support
</a:t>
            </a:r>
            <a:endParaRPr lang="en-US" sz="1600" dirty="0"/>
          </a:p>
        </p:txBody>
      </p:sp>
      <p:sp>
        <p:nvSpPr>
          <p:cNvPr id="26" name="Text 8"/>
          <p:cNvSpPr/>
          <p:nvPr/>
        </p:nvSpPr>
        <p:spPr>
          <a:xfrm>
            <a:off x="761981" y="4914777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Allows multiple users to participate and manage quizzes simultaneously.
</a:t>
            </a:r>
            <a:endParaRPr lang="en-US" sz="1300" dirty="0"/>
          </a:p>
        </p:txBody>
      </p:sp>
      <p:pic>
        <p:nvPicPr>
          <p:cNvPr id="27" name="Image 16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4444889" y="4000400"/>
            <a:ext cx="406390" cy="406390"/>
          </a:xfrm>
          <a:prstGeom prst="rect">
            <a:avLst/>
          </a:prstGeom>
        </p:spPr>
      </p:pic>
      <p:sp>
        <p:nvSpPr>
          <p:cNvPr id="28" name="Text 9"/>
          <p:cNvSpPr/>
          <p:nvPr/>
        </p:nvSpPr>
        <p:spPr>
          <a:xfrm>
            <a:off x="4444889" y="4482988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Centralized Database
</a:t>
            </a:r>
            <a:endParaRPr lang="en-US" sz="1600" dirty="0"/>
          </a:p>
        </p:txBody>
      </p:sp>
      <p:sp>
        <p:nvSpPr>
          <p:cNvPr id="29" name="Text 10"/>
          <p:cNvSpPr/>
          <p:nvPr/>
        </p:nvSpPr>
        <p:spPr>
          <a:xfrm>
            <a:off x="4444889" y="4914777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Utilizes MySQL for efficient data management and storage.
</a:t>
            </a:r>
            <a:endParaRPr lang="en-US" sz="1300" dirty="0"/>
          </a:p>
        </p:txBody>
      </p:sp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127797" y="4000400"/>
            <a:ext cx="406390" cy="406390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8127797" y="4482988"/>
            <a:ext cx="330191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Customizable Settings
</a:t>
            </a:r>
            <a:endParaRPr lang="en-US" sz="1600" dirty="0"/>
          </a:p>
        </p:txBody>
      </p:sp>
      <p:sp>
        <p:nvSpPr>
          <p:cNvPr id="32" name="Text 12"/>
          <p:cNvSpPr/>
          <p:nvPr/>
        </p:nvSpPr>
        <p:spPr>
          <a:xfrm>
            <a:off x="8127797" y="4914777"/>
            <a:ext cx="3301917" cy="143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Offers various settings to tailor the quiz experience to user needs.
</a:t>
            </a:r>
            <a:endParaRPr lang="en-US" sz="1300" dirty="0"/>
          </a:p>
        </p:txBody>
      </p:sp>
      <p:sp>
        <p:nvSpPr>
          <p:cNvPr id="33" name="Text 13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269968" y="380990"/>
            <a:ext cx="8140496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Conclusion
</a:t>
            </a:r>
            <a:endParaRPr lang="en-US" sz="2900" dirty="0"/>
          </a:p>
        </p:txBody>
      </p:sp>
      <p:pic>
        <p:nvPicPr>
          <p:cNvPr id="13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775481" y="0"/>
            <a:ext cx="3370495" cy="6812280"/>
          </a:xfrm>
          <a:prstGeom prst="rect">
            <a:avLst/>
          </a:prstGeom>
        </p:spPr>
      </p:pic>
      <p:sp>
        <p:nvSpPr>
          <p:cNvPr id="14" name="Shape 1"/>
          <p:cNvSpPr/>
          <p:nvPr/>
        </p:nvSpPr>
        <p:spPr>
          <a:xfrm>
            <a:off x="380990" y="1346166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2"/>
          <p:cNvSpPr/>
          <p:nvPr/>
        </p:nvSpPr>
        <p:spPr>
          <a:xfrm>
            <a:off x="634984" y="1574761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Quiz Management
</a:t>
            </a:r>
            <a:endParaRPr lang="en-US" sz="1300" dirty="0"/>
          </a:p>
        </p:txBody>
      </p:sp>
      <p:sp>
        <p:nvSpPr>
          <p:cNvPr id="16" name="Text 3"/>
          <p:cNvSpPr/>
          <p:nvPr/>
        </p:nvSpPr>
        <p:spPr>
          <a:xfrm>
            <a:off x="634984" y="1981150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automates quiz creation, distribution, and grading, saving educators significant time and effort.
</a:t>
            </a:r>
            <a:endParaRPr lang="en-US" sz="1300" dirty="0"/>
          </a:p>
        </p:txBody>
      </p:sp>
      <p:sp>
        <p:nvSpPr>
          <p:cNvPr id="17" name="Shape 4"/>
          <p:cNvSpPr/>
          <p:nvPr/>
        </p:nvSpPr>
        <p:spPr>
          <a:xfrm>
            <a:off x="4546486" y="1346166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5"/>
          <p:cNvSpPr/>
          <p:nvPr/>
        </p:nvSpPr>
        <p:spPr>
          <a:xfrm>
            <a:off x="4800480" y="1574761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Learning Efficiency
</a:t>
            </a:r>
            <a:endParaRPr lang="en-US" sz="1300" dirty="0"/>
          </a:p>
        </p:txBody>
      </p:sp>
      <p:sp>
        <p:nvSpPr>
          <p:cNvPr id="19" name="Text 6"/>
          <p:cNvSpPr/>
          <p:nvPr/>
        </p:nvSpPr>
        <p:spPr>
          <a:xfrm>
            <a:off x="4800480" y="1981150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receive immediate feedback, improving their learning outcomes and engagement with the material.
</a:t>
            </a:r>
            <a:endParaRPr lang="en-US" sz="1300" dirty="0"/>
          </a:p>
        </p:txBody>
      </p:sp>
      <p:sp>
        <p:nvSpPr>
          <p:cNvPr id="20" name="Shape 7"/>
          <p:cNvSpPr/>
          <p:nvPr/>
        </p:nvSpPr>
        <p:spPr>
          <a:xfrm>
            <a:off x="380990" y="3682908"/>
            <a:ext cx="8140496" cy="1460592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8"/>
          <p:cNvSpPr/>
          <p:nvPr/>
        </p:nvSpPr>
        <p:spPr>
          <a:xfrm>
            <a:off x="634984" y="3911502"/>
            <a:ext cx="763250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Mobile Integration
</a:t>
            </a:r>
            <a:endParaRPr lang="en-US" sz="1300" dirty="0"/>
          </a:p>
        </p:txBody>
      </p:sp>
      <p:sp>
        <p:nvSpPr>
          <p:cNvPr id="22" name="Text 9"/>
          <p:cNvSpPr/>
          <p:nvPr/>
        </p:nvSpPr>
        <p:spPr>
          <a:xfrm>
            <a:off x="634984" y="4317892"/>
            <a:ext cx="7632509" cy="693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for mobile app integration will expand accessibility, allowing quizzes to be taken anytime, anywhere.
</a:t>
            </a:r>
            <a:endParaRPr lang="en-US" sz="1300" dirty="0"/>
          </a:p>
        </p:txBody>
      </p:sp>
      <p:sp>
        <p:nvSpPr>
          <p:cNvPr id="23" name="Text 10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269968" y="380990"/>
            <a:ext cx="8140496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Continuing the Presentation Flow
</a:t>
            </a:r>
            <a:endParaRPr lang="en-US" sz="2900" dirty="0"/>
          </a:p>
        </p:txBody>
      </p:sp>
      <p:sp>
        <p:nvSpPr>
          <p:cNvPr id="13" name="Shape 1"/>
          <p:cNvSpPr/>
          <p:nvPr/>
        </p:nvSpPr>
        <p:spPr>
          <a:xfrm>
            <a:off x="380990" y="1346166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2"/>
          <p:cNvSpPr/>
          <p:nvPr/>
        </p:nvSpPr>
        <p:spPr>
          <a:xfrm>
            <a:off x="634984" y="1574761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Strategies
</a:t>
            </a:r>
            <a:endParaRPr lang="en-US" sz="1300" dirty="0"/>
          </a:p>
        </p:txBody>
      </p:sp>
      <p:sp>
        <p:nvSpPr>
          <p:cNvPr id="15" name="Text 3"/>
          <p:cNvSpPr/>
          <p:nvPr/>
        </p:nvSpPr>
        <p:spPr>
          <a:xfrm>
            <a:off x="634984" y="1981150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Discussing the phased approach for deploying the Quiz Management System effectively.
</a:t>
            </a:r>
            <a:endParaRPr lang="en-US" sz="1300" dirty="0"/>
          </a:p>
        </p:txBody>
      </p:sp>
      <p:sp>
        <p:nvSpPr>
          <p:cNvPr id="16" name="Shape 4"/>
          <p:cNvSpPr/>
          <p:nvPr/>
        </p:nvSpPr>
        <p:spPr>
          <a:xfrm>
            <a:off x="4546486" y="1346166"/>
            <a:ext cx="3962301" cy="1828754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5"/>
          <p:cNvSpPr/>
          <p:nvPr/>
        </p:nvSpPr>
        <p:spPr>
          <a:xfrm>
            <a:off x="4800480" y="1574761"/>
            <a:ext cx="345431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 Enhancements
</a:t>
            </a:r>
            <a:endParaRPr lang="en-US" sz="1300" dirty="0"/>
          </a:p>
        </p:txBody>
      </p:sp>
      <p:sp>
        <p:nvSpPr>
          <p:cNvPr id="18" name="Text 6"/>
          <p:cNvSpPr/>
          <p:nvPr/>
        </p:nvSpPr>
        <p:spPr>
          <a:xfrm>
            <a:off x="4800480" y="1981150"/>
            <a:ext cx="3454314" cy="9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Highlighting features that improve usability and engagement for both educators and students.
</a:t>
            </a:r>
            <a:endParaRPr lang="en-US" sz="1300" dirty="0"/>
          </a:p>
        </p:txBody>
      </p:sp>
      <p:sp>
        <p:nvSpPr>
          <p:cNvPr id="19" name="Shape 7"/>
          <p:cNvSpPr/>
          <p:nvPr/>
        </p:nvSpPr>
        <p:spPr>
          <a:xfrm>
            <a:off x="380990" y="3682908"/>
            <a:ext cx="8140496" cy="1460592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8"/>
          <p:cNvSpPr/>
          <p:nvPr/>
        </p:nvSpPr>
        <p:spPr>
          <a:xfrm>
            <a:off x="634984" y="3911502"/>
            <a:ext cx="763250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Educational Outcomes
</a:t>
            </a:r>
            <a:endParaRPr lang="en-US" sz="1300" dirty="0"/>
          </a:p>
        </p:txBody>
      </p:sp>
      <p:sp>
        <p:nvSpPr>
          <p:cNvPr id="21" name="Text 9"/>
          <p:cNvSpPr/>
          <p:nvPr/>
        </p:nvSpPr>
        <p:spPr>
          <a:xfrm>
            <a:off x="634984" y="4317892"/>
            <a:ext cx="7632509" cy="66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how streamlined quiz management can boost learning efficiency and assessment accuracy.
</a:t>
            </a:r>
            <a:endParaRPr lang="en-US" sz="1300" dirty="0"/>
          </a:p>
        </p:txBody>
      </p:sp>
      <p:sp>
        <p:nvSpPr>
          <p:cNvPr id="22" name="Text 10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0990" y="0"/>
            <a:ext cx="38099" cy="5143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6470" y="444489"/>
            <a:ext cx="4063898" cy="44448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69968" y="1269968"/>
            <a:ext cx="1777956" cy="10159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473" y="444489"/>
            <a:ext cx="304792" cy="30479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269968" y="380990"/>
            <a:ext cx="9651759" cy="63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Continuing the Presentation Flow
</a:t>
            </a:r>
            <a:endParaRPr lang="en-US" sz="2900" dirty="0"/>
          </a:p>
        </p:txBody>
      </p:sp>
      <p:sp>
        <p:nvSpPr>
          <p:cNvPr id="13" name="Shape 1"/>
          <p:cNvSpPr/>
          <p:nvPr/>
        </p:nvSpPr>
        <p:spPr>
          <a:xfrm>
            <a:off x="761981" y="1650959"/>
            <a:ext cx="507987" cy="507987"/>
          </a:xfrm>
          <a:prstGeom prst="ellipse">
            <a:avLst/>
          </a:prstGeom>
          <a:solidFill>
            <a:srgbClr val="FF6B9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2"/>
          <p:cNvSpPr/>
          <p:nvPr/>
        </p:nvSpPr>
        <p:spPr>
          <a:xfrm>
            <a:off x="761981" y="1650959"/>
            <a:ext cx="507987" cy="507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3"/>
          <p:cNvSpPr/>
          <p:nvPr/>
        </p:nvSpPr>
        <p:spPr>
          <a:xfrm>
            <a:off x="1460463" y="1650959"/>
            <a:ext cx="882627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User Requirements Analysis
</a:t>
            </a:r>
            <a:endParaRPr lang="en-US" sz="1400" dirty="0"/>
          </a:p>
        </p:txBody>
      </p:sp>
      <p:sp>
        <p:nvSpPr>
          <p:cNvPr id="16" name="Text 4"/>
          <p:cNvSpPr/>
          <p:nvPr/>
        </p:nvSpPr>
        <p:spPr>
          <a:xfrm>
            <a:off x="1460463" y="2057349"/>
            <a:ext cx="8826279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Identify key user needs to tailor the system effectively.
</a:t>
            </a:r>
            <a:endParaRPr lang="en-US" sz="1300" dirty="0"/>
          </a:p>
        </p:txBody>
      </p:sp>
      <p:sp>
        <p:nvSpPr>
          <p:cNvPr id="17" name="Shape 5"/>
          <p:cNvSpPr/>
          <p:nvPr/>
        </p:nvSpPr>
        <p:spPr>
          <a:xfrm>
            <a:off x="761981" y="2857429"/>
            <a:ext cx="507987" cy="507987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6"/>
          <p:cNvSpPr/>
          <p:nvPr/>
        </p:nvSpPr>
        <p:spPr>
          <a:xfrm>
            <a:off x="761981" y="2857429"/>
            <a:ext cx="507987" cy="507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7"/>
          <p:cNvSpPr/>
          <p:nvPr/>
        </p:nvSpPr>
        <p:spPr>
          <a:xfrm>
            <a:off x="1460463" y="2857429"/>
            <a:ext cx="882627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System Functionalities Overview
</a:t>
            </a:r>
            <a:endParaRPr lang="en-US" sz="1400" dirty="0"/>
          </a:p>
        </p:txBody>
      </p:sp>
      <p:sp>
        <p:nvSpPr>
          <p:cNvPr id="20" name="Text 8"/>
          <p:cNvSpPr/>
          <p:nvPr/>
        </p:nvSpPr>
        <p:spPr>
          <a:xfrm>
            <a:off x="1460463" y="3263818"/>
            <a:ext cx="8826279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Discuss essential features that enhance user experience and efficiency.
</a:t>
            </a:r>
            <a:endParaRPr lang="en-US" sz="1300" dirty="0"/>
          </a:p>
        </p:txBody>
      </p:sp>
      <p:sp>
        <p:nvSpPr>
          <p:cNvPr id="21" name="Shape 9"/>
          <p:cNvSpPr/>
          <p:nvPr/>
        </p:nvSpPr>
        <p:spPr>
          <a:xfrm>
            <a:off x="761981" y="4063898"/>
            <a:ext cx="507987" cy="507987"/>
          </a:xfrm>
          <a:prstGeom prst="ellipse">
            <a:avLst/>
          </a:prstGeom>
          <a:solidFill>
            <a:srgbClr val="FF6B9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0"/>
          <p:cNvSpPr/>
          <p:nvPr/>
        </p:nvSpPr>
        <p:spPr>
          <a:xfrm>
            <a:off x="761981" y="4063898"/>
            <a:ext cx="507987" cy="507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1"/>
          <p:cNvSpPr/>
          <p:nvPr/>
        </p:nvSpPr>
        <p:spPr>
          <a:xfrm>
            <a:off x="1460463" y="4063898"/>
            <a:ext cx="882627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Implementation Strategies
</a:t>
            </a:r>
            <a:endParaRPr lang="en-US" sz="1400" dirty="0"/>
          </a:p>
        </p:txBody>
      </p:sp>
      <p:sp>
        <p:nvSpPr>
          <p:cNvPr id="24" name="Text 12"/>
          <p:cNvSpPr/>
          <p:nvPr/>
        </p:nvSpPr>
        <p:spPr>
          <a:xfrm>
            <a:off x="1460463" y="4470288"/>
            <a:ext cx="8826279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Outline steps for successful deployment and integration into existing workflows.
</a:t>
            </a:r>
            <a:endParaRPr lang="en-US" sz="1300" dirty="0"/>
          </a:p>
        </p:txBody>
      </p:sp>
      <p:sp>
        <p:nvSpPr>
          <p:cNvPr id="25" name="Text 13"/>
          <p:cNvSpPr/>
          <p:nvPr/>
        </p:nvSpPr>
        <p:spPr>
          <a:xfrm>
            <a:off x="761981" y="5270368"/>
            <a:ext cx="507987" cy="507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1460463" y="5270368"/>
            <a:ext cx="882627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Feedback Mechanisms
</a:t>
            </a:r>
            <a:endParaRPr lang="en-US" sz="1400" dirty="0"/>
          </a:p>
        </p:txBody>
      </p:sp>
      <p:sp>
        <p:nvSpPr>
          <p:cNvPr id="27" name="Text 15"/>
          <p:cNvSpPr/>
          <p:nvPr/>
        </p:nvSpPr>
        <p:spPr>
          <a:xfrm>
            <a:off x="1460463" y="5676758"/>
            <a:ext cx="8826279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Establish channels for user feedback to drive continuous improvement.
</a:t>
            </a:r>
            <a:endParaRPr lang="en-US" sz="1300" dirty="0"/>
          </a:p>
        </p:txBody>
      </p:sp>
      <p:sp>
        <p:nvSpPr>
          <p:cNvPr id="28" name="Text 16"/>
          <p:cNvSpPr/>
          <p:nvPr/>
        </p:nvSpPr>
        <p:spPr>
          <a:xfrm>
            <a:off x="761981" y="6476838"/>
            <a:ext cx="50798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17"/>
          <p:cNvSpPr/>
          <p:nvPr/>
        </p:nvSpPr>
        <p:spPr>
          <a:xfrm>
            <a:off x="1460463" y="6476838"/>
            <a:ext cx="882627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Future Enhancements
</a:t>
            </a:r>
            <a:endParaRPr lang="en-US" sz="1400" dirty="0"/>
          </a:p>
        </p:txBody>
      </p:sp>
      <p:sp>
        <p:nvSpPr>
          <p:cNvPr id="30" name="Text 18"/>
          <p:cNvSpPr/>
          <p:nvPr/>
        </p:nvSpPr>
        <p:spPr>
          <a:xfrm>
            <a:off x="1460463" y="6883228"/>
            <a:ext cx="8826279" cy="462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Explore potential upgrades and features based on user feedback and trends.
</a:t>
            </a:r>
            <a:endParaRPr lang="en-US" sz="1300" dirty="0"/>
          </a:p>
        </p:txBody>
      </p:sp>
      <p:sp>
        <p:nvSpPr>
          <p:cNvPr id="31" name="Text 19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45975" cy="6812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9777" y="1371566"/>
            <a:ext cx="7746806" cy="377193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78196" y="1917652"/>
            <a:ext cx="3555911" cy="50798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84825" y="2539937"/>
            <a:ext cx="1015975" cy="76198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130672" y="2247844"/>
            <a:ext cx="2539937" cy="3809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619810" y="1015975"/>
            <a:ext cx="507987" cy="507987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61981" y="1904952"/>
            <a:ext cx="355591" cy="35559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127797" y="1269968"/>
            <a:ext cx="253994" cy="38099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736582" y="546086"/>
            <a:ext cx="10718532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
</a:t>
            </a:r>
            <a:endParaRPr lang="en-US" sz="2900" dirty="0"/>
          </a:p>
        </p:txBody>
      </p:sp>
      <p:sp>
        <p:nvSpPr>
          <p:cNvPr id="11" name="Text 1"/>
          <p:cNvSpPr/>
          <p:nvPr/>
        </p:nvSpPr>
        <p:spPr>
          <a:xfrm>
            <a:off x="736582" y="1409665"/>
            <a:ext cx="4368691" cy="4711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Submit Questions:
</a:t>
            </a: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QR code
</a:t>
            </a:r>
            <a:endParaRPr lang="en-US" sz="1600" dirty="0"/>
          </a:p>
          <a:p>
            <a:pPr marL="0" indent="0" algn="l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endParaRPr lang="en-US" sz="1600" dirty="0"/>
          </a:p>
          <a:p>
            <a:pPr marL="0" indent="0" algn="l">
              <a:lnSpc>
                <a:spcPct val="18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question
</a:t>
            </a:r>
            <a:endParaRPr lang="en-US" sz="1600" dirty="0"/>
          </a:p>
          <a:p>
            <a:pPr marL="0" indent="0" algn="l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endParaRPr lang="en-US" sz="1600" dirty="0"/>
          </a:p>
          <a:p>
            <a:pPr marL="0" indent="0" algn="l">
              <a:lnSpc>
                <a:spcPct val="18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anonymously
</a:t>
            </a:r>
            <a:endParaRPr lang="en-US" sz="1600" dirty="0"/>
          </a:p>
        </p:txBody>
      </p:sp>
      <p:sp>
        <p:nvSpPr>
          <p:cNvPr id="12" name="Text 2"/>
          <p:cNvSpPr/>
          <p:nvPr/>
        </p:nvSpPr>
        <p:spPr>
          <a:xfrm>
            <a:off x="10362895" y="6537960"/>
            <a:ext cx="1691640" cy="256032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with SlideMaker.app</a:t>
            </a:r>
            <a:endParaRPr lang="en-US" sz="8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1284554-25C9-4DD4-3AB6-6A18CC0FF3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3315" y="1604937"/>
            <a:ext cx="3192582" cy="33553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598</Words>
  <Application>Microsoft Office PowerPoint</Application>
  <PresentationFormat>Widescreen</PresentationFormat>
  <Paragraphs>91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Comic Sans MS</vt:lpstr>
      <vt:lpstr>Segoe Print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HP</cp:lastModifiedBy>
  <cp:revision>5</cp:revision>
  <dcterms:created xsi:type="dcterms:W3CDTF">2026-07-23T16:52:43Z</dcterms:created>
  <dcterms:modified xsi:type="dcterms:W3CDTF">2026-07-23T17:48:48Z</dcterms:modified>
</cp:coreProperties>
</file>