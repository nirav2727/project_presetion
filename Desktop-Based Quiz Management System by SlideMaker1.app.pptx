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-108" y="-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3932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sv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23962" y="1015975"/>
            <a:ext cx="7620038" cy="4127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761981"/>
            <a:ext cx="571486" cy="57148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55911" y="2476438"/>
            <a:ext cx="5079873" cy="253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141462" y="1015975"/>
            <a:ext cx="8635784" cy="132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Desktop-Based Quiz Management System</a:t>
            </a:r>
            <a:r>
              <a:rPr lang="en-US" sz="3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
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401439" y="3162221"/>
            <a:ext cx="863578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PRESENTED BY
</a:t>
            </a:r>
            <a:endParaRPr lang="en-US" sz="1000" dirty="0"/>
          </a:p>
        </p:txBody>
      </p:sp>
      <p:sp>
        <p:nvSpPr>
          <p:cNvPr id="9" name="Text 2"/>
          <p:cNvSpPr/>
          <p:nvPr/>
        </p:nvSpPr>
        <p:spPr>
          <a:xfrm>
            <a:off x="1269968" y="3454314"/>
            <a:ext cx="8635784" cy="1041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 err="1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Niravbhai</a:t>
            </a:r>
            <a:r>
              <a:rPr lang="en-US" sz="2000" dirty="0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000" dirty="0" err="1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Savaliya</a:t>
            </a:r>
            <a:endParaRPr lang="en-US" sz="2000" dirty="0" smtClean="0">
              <a:solidFill>
                <a:srgbClr val="334155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dirty="0" err="1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Yashkumar</a:t>
            </a:r>
            <a:r>
              <a:rPr lang="en-US" sz="2000" dirty="0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000" dirty="0" err="1" smtClean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Sarena</a:t>
            </a:r>
            <a:endParaRPr lang="en-US" sz="2000" dirty="0" smtClean="0">
              <a:solidFill>
                <a:srgbClr val="334155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2000" dirty="0" smtClean="0">
              <a:solidFill>
                <a:srgbClr val="334155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
</a:t>
            </a:r>
            <a:endParaRPr lang="en-US" sz="2000" dirty="0"/>
          </a:p>
        </p:txBody>
      </p:sp>
      <p:sp>
        <p:nvSpPr>
          <p:cNvPr id="11" name="Text 4"/>
          <p:cNvSpPr/>
          <p:nvPr/>
        </p:nvSpPr>
        <p:spPr>
          <a:xfrm>
            <a:off x="1141462" y="4495688"/>
            <a:ext cx="863578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July </a:t>
            </a:r>
            <a:r>
              <a:rPr lang="en-US" sz="1300" smtClean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27, </a:t>
            </a: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2026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9777" y="1371566"/>
            <a:ext cx="7746806" cy="3771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9777" y="1371566"/>
            <a:ext cx="7746806" cy="377193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78196" y="1917652"/>
            <a:ext cx="3555911" cy="50798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4825" y="2539937"/>
            <a:ext cx="1015975" cy="7619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78196" y="1917652"/>
            <a:ext cx="3555911" cy="50798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4825" y="2539937"/>
            <a:ext cx="1015975" cy="76198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0672" y="2247844"/>
            <a:ext cx="2539937" cy="3809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0672" y="2247844"/>
            <a:ext cx="2539937" cy="3809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00880" y="1612860"/>
            <a:ext cx="3047924" cy="380990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9810" y="1015975"/>
            <a:ext cx="507987" cy="50798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9810" y="1015975"/>
            <a:ext cx="507987" cy="50798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1981" y="1904952"/>
            <a:ext cx="355591" cy="3555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1981" y="1904952"/>
            <a:ext cx="355591" cy="3555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27797" y="1269968"/>
            <a:ext cx="253994" cy="38099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27797" y="1269968"/>
            <a:ext cx="253994" cy="38099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130272" y="1473163"/>
            <a:ext cx="7213420" cy="11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Desktop-Based Quiz Management System
</a:t>
            </a:r>
            <a:endParaRPr lang="en-US" sz="2900" dirty="0"/>
          </a:p>
        </p:txBody>
      </p:sp>
      <p:sp>
        <p:nvSpPr>
          <p:cNvPr id="20" name="Text 1"/>
          <p:cNvSpPr/>
          <p:nvPr/>
        </p:nvSpPr>
        <p:spPr>
          <a:xfrm>
            <a:off x="1092173" y="2819330"/>
            <a:ext cx="7327717" cy="3314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This presentation explores the development and implementation of a Desktop-Based Quiz Management System, designed to enhance educational assessments through an interactive JavaFX application. We will cover its architecture, features, and future potential in academic environments.
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8140496" cy="106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Identifying the Need for a Quiz Management System
</a:t>
            </a:r>
            <a:endParaRPr lang="en-US" sz="29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380990" y="1879553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2"/>
          <p:cNvSpPr/>
          <p:nvPr/>
        </p:nvSpPr>
        <p:spPr>
          <a:xfrm>
            <a:off x="634984" y="2108147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Processes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634984" y="2514537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quiz management involves extensive manual effort, leading to inefficiencies and increased chances of errors.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546486" y="1879553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5"/>
          <p:cNvSpPr/>
          <p:nvPr/>
        </p:nvSpPr>
        <p:spPr>
          <a:xfrm>
            <a:off x="4800480" y="2108147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Efficient Assessment Tools
</a:t>
            </a:r>
            <a:endParaRPr lang="en-US" sz="1300" dirty="0"/>
          </a:p>
        </p:txBody>
      </p:sp>
      <p:sp>
        <p:nvSpPr>
          <p:cNvPr id="19" name="Text 6"/>
          <p:cNvSpPr/>
          <p:nvPr/>
        </p:nvSpPr>
        <p:spPr>
          <a:xfrm>
            <a:off x="4800480" y="2514537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require streamlined tools for assessments to enhance learning outcomes and save time.
</a:t>
            </a:r>
            <a:endParaRPr lang="en-US" sz="1300" dirty="0"/>
          </a:p>
        </p:txBody>
      </p:sp>
      <p:sp>
        <p:nvSpPr>
          <p:cNvPr id="20" name="Shape 7"/>
          <p:cNvSpPr/>
          <p:nvPr/>
        </p:nvSpPr>
        <p:spPr>
          <a:xfrm>
            <a:off x="380990" y="4216295"/>
            <a:ext cx="8140496" cy="92720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8"/>
          <p:cNvSpPr/>
          <p:nvPr/>
        </p:nvSpPr>
        <p:spPr>
          <a:xfrm>
            <a:off x="634984" y="4444889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Centralized Solutions
</a:t>
            </a:r>
            <a:endParaRPr lang="en-US" sz="1300" dirty="0"/>
          </a:p>
        </p:txBody>
      </p:sp>
      <p:sp>
        <p:nvSpPr>
          <p:cNvPr id="22" name="Text 9"/>
          <p:cNvSpPr/>
          <p:nvPr/>
        </p:nvSpPr>
        <p:spPr>
          <a:xfrm>
            <a:off x="634984" y="4851279"/>
            <a:ext cx="7632509" cy="69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often lack integration, making it difficult to manage quizzes across different platforms effectively.
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65" y="8965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9651759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Technology Stack Overview
</a:t>
            </a:r>
            <a:endParaRPr lang="en-US" sz="2900" dirty="0"/>
          </a:p>
        </p:txBody>
      </p:sp>
      <p:sp>
        <p:nvSpPr>
          <p:cNvPr id="13" name="Shape 1"/>
          <p:cNvSpPr/>
          <p:nvPr/>
        </p:nvSpPr>
        <p:spPr>
          <a:xfrm>
            <a:off x="380990" y="1396965"/>
            <a:ext cx="3606710" cy="374653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0990" y="1396965"/>
            <a:ext cx="3606710" cy="2336742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380990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and JavaFX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380990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provides a robust platform, while JavaFX enhances UI with rich graphics and animations.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292493" y="1396965"/>
            <a:ext cx="3606710" cy="374653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292493" y="1396965"/>
            <a:ext cx="3606710" cy="2336742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4292493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for Connectivity
</a:t>
            </a:r>
            <a:endParaRPr lang="en-US" sz="1300" dirty="0"/>
          </a:p>
        </p:txBody>
      </p:sp>
      <p:sp>
        <p:nvSpPr>
          <p:cNvPr id="20" name="Text 6"/>
          <p:cNvSpPr/>
          <p:nvPr/>
        </p:nvSpPr>
        <p:spPr>
          <a:xfrm>
            <a:off x="4292493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enables seamless communication between the Java application and MySQL database for data operations.
</a:t>
            </a:r>
            <a:endParaRPr lang="en-US" sz="1300" dirty="0"/>
          </a:p>
        </p:txBody>
      </p:sp>
      <p:sp>
        <p:nvSpPr>
          <p:cNvPr id="21" name="Shape 7"/>
          <p:cNvSpPr/>
          <p:nvPr/>
        </p:nvSpPr>
        <p:spPr>
          <a:xfrm>
            <a:off x="8203995" y="1396965"/>
            <a:ext cx="940005" cy="374653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03995" y="1396965"/>
            <a:ext cx="3606710" cy="2336742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8203995" y="4038499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Management
</a:t>
            </a:r>
            <a:endParaRPr lang="en-US" sz="1300" dirty="0"/>
          </a:p>
        </p:txBody>
      </p:sp>
      <p:sp>
        <p:nvSpPr>
          <p:cNvPr id="24" name="Text 9"/>
          <p:cNvSpPr/>
          <p:nvPr/>
        </p:nvSpPr>
        <p:spPr>
          <a:xfrm>
            <a:off x="8203995" y="469888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offers reliable data storage, supporting complex queries and transactions for efficient data handling.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
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95368" y="2331662"/>
            <a:ext cx="9600960" cy="35660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5848" y="3555911"/>
            <a:ext cx="380990" cy="38099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3555911"/>
            <a:ext cx="380990" cy="3809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5848" y="1269968"/>
            <a:ext cx="380990" cy="38099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69968" y="1269968"/>
            <a:ext cx="380990" cy="38099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5848" y="3555911"/>
            <a:ext cx="380990" cy="38099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3555911"/>
            <a:ext cx="380990" cy="38099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5848" y="1269968"/>
            <a:ext cx="380990" cy="38099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69968" y="1269968"/>
            <a:ext cx="380990" cy="38099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269968" y="380990"/>
            <a:ext cx="9651759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Key Features
</a:t>
            </a:r>
            <a:endParaRPr lang="en-US" sz="2900" dirty="0"/>
          </a:p>
        </p:txBody>
      </p:sp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981" y="1269968"/>
            <a:ext cx="406390" cy="40639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761981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User-Friendly Interface
</a:t>
            </a:r>
            <a:endParaRPr lang="en-US" sz="1600" dirty="0"/>
          </a:p>
        </p:txBody>
      </p:sp>
      <p:sp>
        <p:nvSpPr>
          <p:cNvPr id="17" name="Text 2"/>
          <p:cNvSpPr/>
          <p:nvPr/>
        </p:nvSpPr>
        <p:spPr>
          <a:xfrm>
            <a:off x="761981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Designed for easy navigation, ensuring a seamless user experience.
</a:t>
            </a:r>
            <a:endParaRPr lang="en-US" sz="1300" dirty="0"/>
          </a:p>
        </p:txBody>
      </p:sp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44889" y="1269968"/>
            <a:ext cx="406390" cy="40639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444889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Real-Time Analytics
</a:t>
            </a:r>
            <a:endParaRPr lang="en-US" sz="1600" dirty="0"/>
          </a:p>
        </p:txBody>
      </p:sp>
      <p:sp>
        <p:nvSpPr>
          <p:cNvPr id="20" name="Text 4"/>
          <p:cNvSpPr/>
          <p:nvPr/>
        </p:nvSpPr>
        <p:spPr>
          <a:xfrm>
            <a:off x="4444889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Provides instant quiz results and analytics for informed decision-making.
</a:t>
            </a:r>
            <a:endParaRPr lang="en-US" sz="1300" dirty="0"/>
          </a:p>
        </p:txBody>
      </p:sp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27797" y="1269968"/>
            <a:ext cx="406390" cy="40639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8127797" y="1752556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Secure Authentication
</a:t>
            </a:r>
            <a:endParaRPr lang="en-US" sz="1600" dirty="0"/>
          </a:p>
        </p:txBody>
      </p:sp>
      <p:sp>
        <p:nvSpPr>
          <p:cNvPr id="23" name="Text 6"/>
          <p:cNvSpPr/>
          <p:nvPr/>
        </p:nvSpPr>
        <p:spPr>
          <a:xfrm>
            <a:off x="8127797" y="2184345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Ensures user data protection with robust authentication mechanisms.
</a:t>
            </a:r>
            <a:endParaRPr lang="en-US" sz="130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981" y="4000400"/>
            <a:ext cx="406390" cy="40639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61981" y="4482988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Multi-User Support
</a:t>
            </a:r>
            <a:endParaRPr lang="en-US" sz="1600" dirty="0"/>
          </a:p>
        </p:txBody>
      </p:sp>
      <p:sp>
        <p:nvSpPr>
          <p:cNvPr id="26" name="Text 8"/>
          <p:cNvSpPr/>
          <p:nvPr/>
        </p:nvSpPr>
        <p:spPr>
          <a:xfrm>
            <a:off x="761981" y="4914777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Allows multiple users to participate and manage quizzes simultaneously.
</a:t>
            </a:r>
            <a:endParaRPr lang="en-US" sz="130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444889" y="4000400"/>
            <a:ext cx="406390" cy="406390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4444889" y="4482988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Centralized Database
</a:t>
            </a:r>
            <a:endParaRPr lang="en-US" sz="1600" dirty="0"/>
          </a:p>
        </p:txBody>
      </p:sp>
      <p:sp>
        <p:nvSpPr>
          <p:cNvPr id="29" name="Text 10"/>
          <p:cNvSpPr/>
          <p:nvPr/>
        </p:nvSpPr>
        <p:spPr>
          <a:xfrm>
            <a:off x="4444889" y="4914777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Utilizes MySQL for efficient data management and storage.
</a:t>
            </a:r>
            <a:endParaRPr lang="en-US" sz="1300" dirty="0"/>
          </a:p>
        </p:txBody>
      </p:sp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27797" y="4000400"/>
            <a:ext cx="406390" cy="40639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8127797" y="4482988"/>
            <a:ext cx="330191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Customizable Settings
</a:t>
            </a:r>
            <a:endParaRPr lang="en-US" sz="1600" dirty="0"/>
          </a:p>
        </p:txBody>
      </p:sp>
      <p:sp>
        <p:nvSpPr>
          <p:cNvPr id="32" name="Text 12"/>
          <p:cNvSpPr/>
          <p:nvPr/>
        </p:nvSpPr>
        <p:spPr>
          <a:xfrm>
            <a:off x="8127797" y="4914777"/>
            <a:ext cx="3301917" cy="143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Offers various settings to tailor the quiz experience to user needs.
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8140496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Conclusion
</a:t>
            </a:r>
            <a:endParaRPr lang="en-US" sz="29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14" name="Shape 1"/>
          <p:cNvSpPr/>
          <p:nvPr/>
        </p:nvSpPr>
        <p:spPr>
          <a:xfrm>
            <a:off x="380990" y="1346166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2"/>
          <p:cNvSpPr/>
          <p:nvPr/>
        </p:nvSpPr>
        <p:spPr>
          <a:xfrm>
            <a:off x="634984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Quiz Management
</a:t>
            </a:r>
            <a:endParaRPr lang="en-US" sz="1300" dirty="0"/>
          </a:p>
        </p:txBody>
      </p:sp>
      <p:sp>
        <p:nvSpPr>
          <p:cNvPr id="16" name="Text 3"/>
          <p:cNvSpPr/>
          <p:nvPr/>
        </p:nvSpPr>
        <p:spPr>
          <a:xfrm>
            <a:off x="634984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automates quiz creation, distribution, and grading, saving educators significant time and effort.
</a:t>
            </a:r>
            <a:endParaRPr lang="en-US" sz="1300" dirty="0"/>
          </a:p>
        </p:txBody>
      </p:sp>
      <p:sp>
        <p:nvSpPr>
          <p:cNvPr id="17" name="Shape 4"/>
          <p:cNvSpPr/>
          <p:nvPr/>
        </p:nvSpPr>
        <p:spPr>
          <a:xfrm>
            <a:off x="4546486" y="1346166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5"/>
          <p:cNvSpPr/>
          <p:nvPr/>
        </p:nvSpPr>
        <p:spPr>
          <a:xfrm>
            <a:off x="4800480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Learning Efficiency
</a:t>
            </a:r>
            <a:endParaRPr lang="en-US" sz="1300" dirty="0"/>
          </a:p>
        </p:txBody>
      </p:sp>
      <p:sp>
        <p:nvSpPr>
          <p:cNvPr id="19" name="Text 6"/>
          <p:cNvSpPr/>
          <p:nvPr/>
        </p:nvSpPr>
        <p:spPr>
          <a:xfrm>
            <a:off x="4800480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immediate feedback, improving their learning outcomes and engagement with the material.
</a:t>
            </a:r>
            <a:endParaRPr lang="en-US" sz="1300" dirty="0"/>
          </a:p>
        </p:txBody>
      </p:sp>
      <p:sp>
        <p:nvSpPr>
          <p:cNvPr id="20" name="Shape 7"/>
          <p:cNvSpPr/>
          <p:nvPr/>
        </p:nvSpPr>
        <p:spPr>
          <a:xfrm>
            <a:off x="380990" y="3682908"/>
            <a:ext cx="8140496" cy="146059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8"/>
          <p:cNvSpPr/>
          <p:nvPr/>
        </p:nvSpPr>
        <p:spPr>
          <a:xfrm>
            <a:off x="634984" y="3911502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Mobile Integration
</a:t>
            </a:r>
            <a:endParaRPr lang="en-US" sz="1300" dirty="0"/>
          </a:p>
        </p:txBody>
      </p:sp>
      <p:sp>
        <p:nvSpPr>
          <p:cNvPr id="22" name="Text 9"/>
          <p:cNvSpPr/>
          <p:nvPr/>
        </p:nvSpPr>
        <p:spPr>
          <a:xfrm>
            <a:off x="634984" y="4317892"/>
            <a:ext cx="7632509" cy="69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for mobile app integration will expand accessibility, allowing quizzes to be taken anytime, anywhere.
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8140496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Continuing the Presentation Flow
</a:t>
            </a:r>
            <a:endParaRPr lang="en-US" sz="2900" dirty="0"/>
          </a:p>
        </p:txBody>
      </p:sp>
      <p:sp>
        <p:nvSpPr>
          <p:cNvPr id="13" name="Shape 1"/>
          <p:cNvSpPr/>
          <p:nvPr/>
        </p:nvSpPr>
        <p:spPr>
          <a:xfrm>
            <a:off x="380990" y="1346166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/>
          <p:cNvSpPr/>
          <p:nvPr/>
        </p:nvSpPr>
        <p:spPr>
          <a:xfrm>
            <a:off x="634984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Strategies
</a:t>
            </a:r>
            <a:endParaRPr lang="en-US" sz="1300" dirty="0"/>
          </a:p>
        </p:txBody>
      </p:sp>
      <p:sp>
        <p:nvSpPr>
          <p:cNvPr id="15" name="Text 3"/>
          <p:cNvSpPr/>
          <p:nvPr/>
        </p:nvSpPr>
        <p:spPr>
          <a:xfrm>
            <a:off x="634984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Discussing the phased approach for deploying the Quiz Management System effectively.
</a:t>
            </a:r>
            <a:endParaRPr lang="en-US" sz="1300" dirty="0"/>
          </a:p>
        </p:txBody>
      </p:sp>
      <p:sp>
        <p:nvSpPr>
          <p:cNvPr id="16" name="Shape 4"/>
          <p:cNvSpPr/>
          <p:nvPr/>
        </p:nvSpPr>
        <p:spPr>
          <a:xfrm>
            <a:off x="4546486" y="1346166"/>
            <a:ext cx="3962301" cy="18287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5"/>
          <p:cNvSpPr/>
          <p:nvPr/>
        </p:nvSpPr>
        <p:spPr>
          <a:xfrm>
            <a:off x="4800480" y="157476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Enhancements
</a:t>
            </a:r>
            <a:endParaRPr lang="en-US" sz="1300" dirty="0"/>
          </a:p>
        </p:txBody>
      </p:sp>
      <p:sp>
        <p:nvSpPr>
          <p:cNvPr id="18" name="Text 6"/>
          <p:cNvSpPr/>
          <p:nvPr/>
        </p:nvSpPr>
        <p:spPr>
          <a:xfrm>
            <a:off x="4800480" y="1981150"/>
            <a:ext cx="3454314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features that improve usability and engagement for both educators and students.
</a:t>
            </a:r>
            <a:endParaRPr lang="en-US" sz="1300" dirty="0"/>
          </a:p>
        </p:txBody>
      </p:sp>
      <p:sp>
        <p:nvSpPr>
          <p:cNvPr id="19" name="Shape 7"/>
          <p:cNvSpPr/>
          <p:nvPr/>
        </p:nvSpPr>
        <p:spPr>
          <a:xfrm>
            <a:off x="380990" y="3682908"/>
            <a:ext cx="8140496" cy="146059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8"/>
          <p:cNvSpPr/>
          <p:nvPr/>
        </p:nvSpPr>
        <p:spPr>
          <a:xfrm>
            <a:off x="634984" y="3911502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Educational Outcomes
</a:t>
            </a:r>
            <a:endParaRPr lang="en-US" sz="1300" dirty="0"/>
          </a:p>
        </p:txBody>
      </p:sp>
      <p:sp>
        <p:nvSpPr>
          <p:cNvPr id="21" name="Text 9"/>
          <p:cNvSpPr/>
          <p:nvPr/>
        </p:nvSpPr>
        <p:spPr>
          <a:xfrm>
            <a:off x="634984" y="4317892"/>
            <a:ext cx="7632509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how streamlined quiz management can boost learning efficiency and assessment accuracy.
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0990" y="0"/>
            <a:ext cx="38099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470" y="444489"/>
            <a:ext cx="4063898" cy="44448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69968" y="1269968"/>
            <a:ext cx="1777956" cy="1015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79473" y="444489"/>
            <a:ext cx="304792" cy="3047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69968" y="380990"/>
            <a:ext cx="9651759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Continuing the Presentation Flow
</a:t>
            </a:r>
            <a:endParaRPr lang="en-US" sz="2900" dirty="0"/>
          </a:p>
        </p:txBody>
      </p:sp>
      <p:sp>
        <p:nvSpPr>
          <p:cNvPr id="13" name="Shape 1"/>
          <p:cNvSpPr/>
          <p:nvPr/>
        </p:nvSpPr>
        <p:spPr>
          <a:xfrm>
            <a:off x="761981" y="1650959"/>
            <a:ext cx="507987" cy="507987"/>
          </a:xfrm>
          <a:prstGeom prst="ellipse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"/>
          <p:cNvSpPr/>
          <p:nvPr/>
        </p:nvSpPr>
        <p:spPr>
          <a:xfrm>
            <a:off x="761981" y="1650959"/>
            <a:ext cx="507987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3"/>
          <p:cNvSpPr/>
          <p:nvPr/>
        </p:nvSpPr>
        <p:spPr>
          <a:xfrm>
            <a:off x="1460463" y="1650959"/>
            <a:ext cx="882627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User Requirements Analysis
</a:t>
            </a:r>
            <a:endParaRPr lang="en-US" sz="1400" dirty="0"/>
          </a:p>
        </p:txBody>
      </p:sp>
      <p:sp>
        <p:nvSpPr>
          <p:cNvPr id="16" name="Text 4"/>
          <p:cNvSpPr/>
          <p:nvPr/>
        </p:nvSpPr>
        <p:spPr>
          <a:xfrm>
            <a:off x="1460463" y="2057349"/>
            <a:ext cx="88262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Identify key user needs to tailor the system effectively.
</a:t>
            </a:r>
            <a:endParaRPr lang="en-US" sz="1300" dirty="0"/>
          </a:p>
        </p:txBody>
      </p:sp>
      <p:sp>
        <p:nvSpPr>
          <p:cNvPr id="17" name="Shape 5"/>
          <p:cNvSpPr/>
          <p:nvPr/>
        </p:nvSpPr>
        <p:spPr>
          <a:xfrm>
            <a:off x="761981" y="2857429"/>
            <a:ext cx="507987" cy="507987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6"/>
          <p:cNvSpPr/>
          <p:nvPr/>
        </p:nvSpPr>
        <p:spPr>
          <a:xfrm>
            <a:off x="761981" y="2857429"/>
            <a:ext cx="507987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7"/>
          <p:cNvSpPr/>
          <p:nvPr/>
        </p:nvSpPr>
        <p:spPr>
          <a:xfrm>
            <a:off x="1460463" y="2857429"/>
            <a:ext cx="882627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System Functionalities Overview
</a:t>
            </a:r>
            <a:endParaRPr lang="en-US" sz="1400" dirty="0"/>
          </a:p>
        </p:txBody>
      </p:sp>
      <p:sp>
        <p:nvSpPr>
          <p:cNvPr id="20" name="Text 8"/>
          <p:cNvSpPr/>
          <p:nvPr/>
        </p:nvSpPr>
        <p:spPr>
          <a:xfrm>
            <a:off x="1460463" y="3263818"/>
            <a:ext cx="88262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Discuss essential features that enhance user experience and efficiency.
</a:t>
            </a:r>
            <a:endParaRPr lang="en-US" sz="1300" dirty="0"/>
          </a:p>
        </p:txBody>
      </p:sp>
      <p:sp>
        <p:nvSpPr>
          <p:cNvPr id="21" name="Shape 9"/>
          <p:cNvSpPr/>
          <p:nvPr/>
        </p:nvSpPr>
        <p:spPr>
          <a:xfrm>
            <a:off x="761981" y="4063898"/>
            <a:ext cx="507987" cy="507987"/>
          </a:xfrm>
          <a:prstGeom prst="ellipse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0"/>
          <p:cNvSpPr/>
          <p:nvPr/>
        </p:nvSpPr>
        <p:spPr>
          <a:xfrm>
            <a:off x="761981" y="4063898"/>
            <a:ext cx="507987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1"/>
          <p:cNvSpPr/>
          <p:nvPr/>
        </p:nvSpPr>
        <p:spPr>
          <a:xfrm>
            <a:off x="1460463" y="4063898"/>
            <a:ext cx="882627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Implementation Strategies
</a:t>
            </a:r>
            <a:endParaRPr lang="en-US" sz="1400" dirty="0"/>
          </a:p>
        </p:txBody>
      </p:sp>
      <p:sp>
        <p:nvSpPr>
          <p:cNvPr id="24" name="Text 12"/>
          <p:cNvSpPr/>
          <p:nvPr/>
        </p:nvSpPr>
        <p:spPr>
          <a:xfrm>
            <a:off x="1460463" y="4470288"/>
            <a:ext cx="88262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Outline steps for successful deployment and integration into existing workflows.
</a:t>
            </a:r>
            <a:endParaRPr lang="en-US" sz="1300" dirty="0"/>
          </a:p>
        </p:txBody>
      </p:sp>
      <p:sp>
        <p:nvSpPr>
          <p:cNvPr id="25" name="Text 13"/>
          <p:cNvSpPr/>
          <p:nvPr/>
        </p:nvSpPr>
        <p:spPr>
          <a:xfrm>
            <a:off x="761981" y="5270368"/>
            <a:ext cx="507987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4"/>
          <p:cNvSpPr/>
          <p:nvPr/>
        </p:nvSpPr>
        <p:spPr>
          <a:xfrm>
            <a:off x="1460463" y="5270368"/>
            <a:ext cx="882627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Feedback Mechanisms
</a:t>
            </a:r>
            <a:endParaRPr lang="en-US" sz="1400" dirty="0"/>
          </a:p>
        </p:txBody>
      </p:sp>
      <p:sp>
        <p:nvSpPr>
          <p:cNvPr id="27" name="Text 15"/>
          <p:cNvSpPr/>
          <p:nvPr/>
        </p:nvSpPr>
        <p:spPr>
          <a:xfrm>
            <a:off x="1460463" y="5676758"/>
            <a:ext cx="8826279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Establish channels for user feedback to drive continuous improvement.
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761981" y="6476838"/>
            <a:ext cx="507987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17"/>
          <p:cNvSpPr/>
          <p:nvPr/>
        </p:nvSpPr>
        <p:spPr>
          <a:xfrm>
            <a:off x="1460463" y="6476838"/>
            <a:ext cx="882627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Future Enhancements
</a:t>
            </a:r>
            <a:endParaRPr lang="en-US" sz="1400" dirty="0"/>
          </a:p>
        </p:txBody>
      </p:sp>
      <p:sp>
        <p:nvSpPr>
          <p:cNvPr id="30" name="Text 18"/>
          <p:cNvSpPr/>
          <p:nvPr/>
        </p:nvSpPr>
        <p:spPr>
          <a:xfrm>
            <a:off x="1460463" y="6883228"/>
            <a:ext cx="8826279" cy="46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Explore potential upgrades and features based on user feedback and trends.
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9777" y="1371566"/>
            <a:ext cx="7746806" cy="377193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78196" y="1917652"/>
            <a:ext cx="3555911" cy="50798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84825" y="2539937"/>
            <a:ext cx="1015975" cy="7619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0672" y="2247844"/>
            <a:ext cx="2539937" cy="3809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9810" y="1015975"/>
            <a:ext cx="507987" cy="50798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981" y="1904952"/>
            <a:ext cx="355591" cy="3555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27797" y="1269968"/>
            <a:ext cx="253994" cy="38099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36582" y="546086"/>
            <a:ext cx="10718532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
</a:t>
            </a:r>
            <a:endParaRPr lang="en-US" sz="2900" dirty="0"/>
          </a:p>
        </p:txBody>
      </p:sp>
      <p:sp>
        <p:nvSpPr>
          <p:cNvPr id="11" name="Text 1"/>
          <p:cNvSpPr/>
          <p:nvPr/>
        </p:nvSpPr>
        <p:spPr>
          <a:xfrm>
            <a:off x="736582" y="1409665"/>
            <a:ext cx="4368691" cy="471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Questions:
</a:t>
            </a: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
</a:t>
            </a:r>
            <a:endParaRPr lang="en-US" sz="16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endParaRPr lang="en-US" sz="16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question
</a:t>
            </a:r>
            <a:endParaRPr lang="en-US" sz="16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endParaRPr lang="en-US" sz="16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anonymously
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1284554-25C9-4DD4-3AB6-6A18CC0FF3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5273" y="1371566"/>
            <a:ext cx="3192582" cy="3355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468</Words>
  <Application>Microsoft Office PowerPoint</Application>
  <PresentationFormat>Custom</PresentationFormat>
  <Paragraphs>83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KSC67</cp:lastModifiedBy>
  <cp:revision>11</cp:revision>
  <dcterms:created xsi:type="dcterms:W3CDTF">2026-07-23T16:52:43Z</dcterms:created>
  <dcterms:modified xsi:type="dcterms:W3CDTF">2026-07-25T02:43:05Z</dcterms:modified>
</cp:coreProperties>
</file>